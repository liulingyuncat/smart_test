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4"/>
    <p:sldMasterId id="2147483725" r:id="rId5"/>
  </p:sldMasterIdLst>
  <p:notesMasterIdLst>
    <p:notesMasterId r:id="rId15"/>
  </p:notesMasterIdLst>
  <p:handoutMasterIdLst>
    <p:handoutMasterId r:id="rId16"/>
  </p:handoutMasterIdLst>
  <p:sldIdLst>
    <p:sldId id="258" r:id="rId6"/>
    <p:sldId id="273" r:id="rId7"/>
    <p:sldId id="272" r:id="rId8"/>
    <p:sldId id="266" r:id="rId9"/>
    <p:sldId id="267" r:id="rId10"/>
    <p:sldId id="268" r:id="rId11"/>
    <p:sldId id="270" r:id="rId12"/>
    <p:sldId id="269" r:id="rId13"/>
    <p:sldId id="271" r:id="rId14"/>
  </p:sldIdLst>
  <p:sldSz cx="12192000" cy="6858000"/>
  <p:notesSz cx="6802438" cy="9934575"/>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100"/>
    <a:srgbClr val="C6EFCE"/>
    <a:srgbClr val="EBEBEC"/>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7A9949-03CC-4817-B74B-5644CAEE1FD9}" v="2" dt="2020-07-09T06:17:28.517"/>
    <p1510:client id="{DCE5BF30-F45A-404B-817B-DFB9704AAEDB}" v="1" dt="2020-07-09T06:17:40.25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8" d="100"/>
          <a:sy n="118" d="100"/>
        </p:scale>
        <p:origin x="292" y="7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xmlns="" id="{D079E20B-8744-F546-9021-D1308656E5AF}"/>
              </a:ext>
            </a:extLst>
          </p:cNvPr>
          <p:cNvSpPr>
            <a:spLocks noGrp="1"/>
          </p:cNvSpPr>
          <p:nvPr>
            <p:ph type="hdr" sz="quarter"/>
          </p:nvPr>
        </p:nvSpPr>
        <p:spPr>
          <a:xfrm>
            <a:off x="0" y="0"/>
            <a:ext cx="2947723" cy="498454"/>
          </a:xfrm>
          <a:prstGeom prst="rect">
            <a:avLst/>
          </a:prstGeom>
        </p:spPr>
        <p:txBody>
          <a:bodyPr vert="horz" lIns="91440" tIns="45720" rIns="91440" bIns="45720" rtlCol="0"/>
          <a:lstStyle>
            <a:lvl1pPr algn="l">
              <a:defRPr sz="1200"/>
            </a:lvl1pPr>
          </a:lstStyle>
          <a:p>
            <a:endParaRPr kumimoji="1" lang="ja-JP" altLang="en-US">
              <a:latin typeface="源真ゴシック Bold" panose="020B0602020203020207" pitchFamily="50" charset="-128"/>
              <a:ea typeface="源真ゴシック Bold" panose="020B0602020203020207" pitchFamily="50" charset="-128"/>
              <a:cs typeface="源真ゴシック Bold" panose="020B0602020203020207" pitchFamily="50" charset="-128"/>
            </a:endParaRPr>
          </a:p>
        </p:txBody>
      </p:sp>
      <p:sp>
        <p:nvSpPr>
          <p:cNvPr id="3" name="日付プレースホルダー 2">
            <a:extLst>
              <a:ext uri="{FF2B5EF4-FFF2-40B4-BE49-F238E27FC236}">
                <a16:creationId xmlns:a16="http://schemas.microsoft.com/office/drawing/2014/main" xmlns="" id="{C3E27BC8-D76D-D045-9DC5-87B0D5735172}"/>
              </a:ext>
            </a:extLst>
          </p:cNvPr>
          <p:cNvSpPr>
            <a:spLocks noGrp="1"/>
          </p:cNvSpPr>
          <p:nvPr>
            <p:ph type="dt" sz="quarter" idx="1"/>
          </p:nvPr>
        </p:nvSpPr>
        <p:spPr>
          <a:xfrm>
            <a:off x="3853141" y="0"/>
            <a:ext cx="2947723" cy="498454"/>
          </a:xfrm>
          <a:prstGeom prst="rect">
            <a:avLst/>
          </a:prstGeom>
        </p:spPr>
        <p:txBody>
          <a:bodyPr vert="horz" lIns="91440" tIns="45720" rIns="91440" bIns="45720" rtlCol="0"/>
          <a:lstStyle>
            <a:lvl1pPr algn="r">
              <a:defRPr sz="1200"/>
            </a:lvl1pPr>
          </a:lstStyle>
          <a:p>
            <a:fld id="{31F23058-7F4A-3640-B79F-342A355A9CB5}" type="datetimeFigureOut">
              <a:rPr kumimoji="1" lang="ja-JP" altLang="en-US" smtClean="0">
                <a:latin typeface="源真ゴシック Bold" panose="020B0602020203020207" pitchFamily="50" charset="-128"/>
                <a:ea typeface="源真ゴシック Bold" panose="020B0602020203020207" pitchFamily="50" charset="-128"/>
                <a:cs typeface="源真ゴシック Bold" panose="020B0602020203020207" pitchFamily="50" charset="-128"/>
              </a:rPr>
              <a:t>2025/8/14</a:t>
            </a:fld>
            <a:endParaRPr kumimoji="1" lang="ja-JP" altLang="en-US">
              <a:latin typeface="源真ゴシック Bold" panose="020B0602020203020207" pitchFamily="50" charset="-128"/>
              <a:ea typeface="源真ゴシック Bold" panose="020B0602020203020207" pitchFamily="50" charset="-128"/>
              <a:cs typeface="源真ゴシック Bold" panose="020B0602020203020207" pitchFamily="50" charset="-128"/>
            </a:endParaRPr>
          </a:p>
        </p:txBody>
      </p:sp>
      <p:sp>
        <p:nvSpPr>
          <p:cNvPr id="4" name="フッター プレースホルダー 3">
            <a:extLst>
              <a:ext uri="{FF2B5EF4-FFF2-40B4-BE49-F238E27FC236}">
                <a16:creationId xmlns:a16="http://schemas.microsoft.com/office/drawing/2014/main" xmlns="" id="{55D50FB0-76C8-8D4F-B79B-600035A20887}"/>
              </a:ext>
            </a:extLst>
          </p:cNvPr>
          <p:cNvSpPr>
            <a:spLocks noGrp="1"/>
          </p:cNvSpPr>
          <p:nvPr>
            <p:ph type="ftr" sz="quarter" idx="2"/>
          </p:nvPr>
        </p:nvSpPr>
        <p:spPr>
          <a:xfrm>
            <a:off x="0" y="9436123"/>
            <a:ext cx="2947723" cy="498453"/>
          </a:xfrm>
          <a:prstGeom prst="rect">
            <a:avLst/>
          </a:prstGeom>
        </p:spPr>
        <p:txBody>
          <a:bodyPr vert="horz" lIns="91440" tIns="45720" rIns="91440" bIns="45720" rtlCol="0" anchor="b"/>
          <a:lstStyle>
            <a:lvl1pPr algn="l">
              <a:defRPr sz="1200"/>
            </a:lvl1pPr>
          </a:lstStyle>
          <a:p>
            <a:endParaRPr kumimoji="1" lang="ja-JP" altLang="en-US">
              <a:latin typeface="源真ゴシック Bold" panose="020B0602020203020207" pitchFamily="50" charset="-128"/>
              <a:ea typeface="源真ゴシック Bold" panose="020B0602020203020207" pitchFamily="50" charset="-128"/>
              <a:cs typeface="源真ゴシック Bold" panose="020B0602020203020207" pitchFamily="50" charset="-128"/>
            </a:endParaRPr>
          </a:p>
        </p:txBody>
      </p:sp>
      <p:sp>
        <p:nvSpPr>
          <p:cNvPr id="5" name="スライド番号プレースホルダー 4">
            <a:extLst>
              <a:ext uri="{FF2B5EF4-FFF2-40B4-BE49-F238E27FC236}">
                <a16:creationId xmlns:a16="http://schemas.microsoft.com/office/drawing/2014/main" xmlns="" id="{DF34FD7B-C610-7F41-9FB4-A9C538527686}"/>
              </a:ext>
            </a:extLst>
          </p:cNvPr>
          <p:cNvSpPr>
            <a:spLocks noGrp="1"/>
          </p:cNvSpPr>
          <p:nvPr>
            <p:ph type="sldNum" sz="quarter" idx="3"/>
          </p:nvPr>
        </p:nvSpPr>
        <p:spPr>
          <a:xfrm>
            <a:off x="3853141" y="9436123"/>
            <a:ext cx="2947723" cy="498453"/>
          </a:xfrm>
          <a:prstGeom prst="rect">
            <a:avLst/>
          </a:prstGeom>
        </p:spPr>
        <p:txBody>
          <a:bodyPr vert="horz" lIns="91440" tIns="45720" rIns="91440" bIns="45720" rtlCol="0" anchor="b"/>
          <a:lstStyle>
            <a:lvl1pPr algn="r">
              <a:defRPr sz="1200"/>
            </a:lvl1pPr>
          </a:lstStyle>
          <a:p>
            <a:fld id="{31DF2250-7EBE-1D49-BD59-C53E5B6CD04B}" type="slidenum">
              <a:rPr kumimoji="1" lang="ja-JP" altLang="en-US" smtClean="0">
                <a:latin typeface="源真ゴシック Bold" panose="020B0602020203020207" pitchFamily="50" charset="-128"/>
                <a:ea typeface="源真ゴシック Bold" panose="020B0602020203020207" pitchFamily="50" charset="-128"/>
                <a:cs typeface="源真ゴシック Bold" panose="020B0602020203020207" pitchFamily="50" charset="-128"/>
              </a:rPr>
              <a:t>‹#›</a:t>
            </a:fld>
            <a:endParaRPr kumimoji="1" lang="ja-JP" altLang="en-US">
              <a:latin typeface="源真ゴシック Bold" panose="020B0602020203020207" pitchFamily="50" charset="-128"/>
              <a:ea typeface="源真ゴシック Bold" panose="020B0602020203020207" pitchFamily="50" charset="-128"/>
              <a:cs typeface="源真ゴシック Bold" panose="020B0602020203020207" pitchFamily="50" charset="-128"/>
            </a:endParaRPr>
          </a:p>
        </p:txBody>
      </p:sp>
    </p:spTree>
    <p:extLst>
      <p:ext uri="{BB962C8B-B14F-4D97-AF65-F5344CB8AC3E}">
        <p14:creationId xmlns:p14="http://schemas.microsoft.com/office/powerpoint/2010/main" val="24548523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7723" cy="498454"/>
          </a:xfrm>
          <a:prstGeom prst="rect">
            <a:avLst/>
          </a:prstGeom>
        </p:spPr>
        <p:txBody>
          <a:bodyPr vert="horz" lIns="91440" tIns="45720" rIns="91440" bIns="45720" rtlCol="0"/>
          <a:lstStyle>
            <a:lvl1pPr algn="l">
              <a:defRPr sz="1200" b="0" i="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stStyle>
          <a:p>
            <a:endParaRPr lang="ja-JP" altLang="en-US"/>
          </a:p>
        </p:txBody>
      </p:sp>
      <p:sp>
        <p:nvSpPr>
          <p:cNvPr id="3" name="日付プレースホルダー 2"/>
          <p:cNvSpPr>
            <a:spLocks noGrp="1"/>
          </p:cNvSpPr>
          <p:nvPr>
            <p:ph type="dt" idx="1"/>
          </p:nvPr>
        </p:nvSpPr>
        <p:spPr>
          <a:xfrm>
            <a:off x="3853141" y="0"/>
            <a:ext cx="2947723" cy="498454"/>
          </a:xfrm>
          <a:prstGeom prst="rect">
            <a:avLst/>
          </a:prstGeom>
        </p:spPr>
        <p:txBody>
          <a:bodyPr vert="horz" lIns="91440" tIns="45720" rIns="91440" bIns="45720" rtlCol="0"/>
          <a:lstStyle>
            <a:lvl1pPr algn="r">
              <a:defRPr sz="1200" b="0" i="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stStyle>
          <a:p>
            <a:fld id="{0F7DC217-23B1-7F4F-A615-6F9E716B758C}" type="datetimeFigureOut">
              <a:rPr lang="ja-JP" altLang="en-US" smtClean="0"/>
              <a:pPr/>
              <a:t>2025/8/14</a:t>
            </a:fld>
            <a:endParaRPr lang="ja-JP" altLang="en-US"/>
          </a:p>
        </p:txBody>
      </p:sp>
      <p:sp>
        <p:nvSpPr>
          <p:cNvPr id="4" name="スライド イメージ プレースホルダー 3"/>
          <p:cNvSpPr>
            <a:spLocks noGrp="1" noRot="1" noChangeAspect="1"/>
          </p:cNvSpPr>
          <p:nvPr>
            <p:ph type="sldImg" idx="2"/>
          </p:nvPr>
        </p:nvSpPr>
        <p:spPr>
          <a:xfrm>
            <a:off x="422275" y="1241425"/>
            <a:ext cx="5959475" cy="33528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244" y="4781014"/>
            <a:ext cx="5441950" cy="3911739"/>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36123"/>
            <a:ext cx="2947723" cy="498453"/>
          </a:xfrm>
          <a:prstGeom prst="rect">
            <a:avLst/>
          </a:prstGeom>
        </p:spPr>
        <p:txBody>
          <a:bodyPr vert="horz" lIns="91440" tIns="45720" rIns="91440" bIns="45720" rtlCol="0" anchor="b"/>
          <a:lstStyle>
            <a:lvl1pPr algn="l">
              <a:defRPr sz="1200" b="0" i="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stStyle>
          <a:p>
            <a:endParaRPr lang="ja-JP" altLang="en-US"/>
          </a:p>
        </p:txBody>
      </p:sp>
      <p:sp>
        <p:nvSpPr>
          <p:cNvPr id="7" name="スライド番号プレースホルダー 6"/>
          <p:cNvSpPr>
            <a:spLocks noGrp="1"/>
          </p:cNvSpPr>
          <p:nvPr>
            <p:ph type="sldNum" sz="quarter" idx="5"/>
          </p:nvPr>
        </p:nvSpPr>
        <p:spPr>
          <a:xfrm>
            <a:off x="3853141" y="9436123"/>
            <a:ext cx="2947723" cy="498453"/>
          </a:xfrm>
          <a:prstGeom prst="rect">
            <a:avLst/>
          </a:prstGeom>
        </p:spPr>
        <p:txBody>
          <a:bodyPr vert="horz" lIns="91440" tIns="45720" rIns="91440" bIns="45720" rtlCol="0" anchor="b"/>
          <a:lstStyle>
            <a:lvl1pPr algn="r">
              <a:defRPr sz="1200" b="0" i="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stStyle>
          <a:p>
            <a:fld id="{BD3546EA-4677-EF42-9B55-14A87E3E9707}" type="slidenum">
              <a:rPr lang="ja-JP" altLang="en-US" smtClean="0"/>
              <a:pPr/>
              <a:t>‹#›</a:t>
            </a:fld>
            <a:endParaRPr lang="ja-JP" altLang="en-US"/>
          </a:p>
        </p:txBody>
      </p:sp>
    </p:spTree>
    <p:extLst>
      <p:ext uri="{BB962C8B-B14F-4D97-AF65-F5344CB8AC3E}">
        <p14:creationId xmlns:p14="http://schemas.microsoft.com/office/powerpoint/2010/main" val="248380769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b="0" i="0" kern="1200">
        <a:solidFill>
          <a:schemeClr val="tx1"/>
        </a:solidFill>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タイトル スライド">
    <p:bg>
      <p:bgPr>
        <a:solidFill>
          <a:schemeClr val="tx2"/>
        </a:solidFill>
        <a:effectLst/>
      </p:bgPr>
    </p:bg>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xmlns="" id="{7048F3D7-F06A-4684-89CA-8ECDE55256D9}"/>
              </a:ext>
            </a:extLst>
          </p:cNvPr>
          <p:cNvPicPr>
            <a:picLocks noChangeAspect="1"/>
          </p:cNvPicPr>
          <p:nvPr userDrawn="1"/>
        </p:nvPicPr>
        <p:blipFill>
          <a:blip r:embed="rId2"/>
          <a:stretch>
            <a:fillRect/>
          </a:stretch>
        </p:blipFill>
        <p:spPr>
          <a:xfrm>
            <a:off x="3981316" y="2940631"/>
            <a:ext cx="4229367" cy="976737"/>
          </a:xfrm>
          <a:prstGeom prst="rect">
            <a:avLst/>
          </a:prstGeom>
        </p:spPr>
      </p:pic>
    </p:spTree>
    <p:extLst>
      <p:ext uri="{BB962C8B-B14F-4D97-AF65-F5344CB8AC3E}">
        <p14:creationId xmlns:p14="http://schemas.microsoft.com/office/powerpoint/2010/main" val="1208805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１">
    <p:bg>
      <p:bgPr>
        <a:solidFill>
          <a:schemeClr val="tx2"/>
        </a:solidFill>
        <a:effectLst/>
      </p:bgPr>
    </p:bg>
    <p:spTree>
      <p:nvGrpSpPr>
        <p:cNvPr id="1" name=""/>
        <p:cNvGrpSpPr/>
        <p:nvPr/>
      </p:nvGrpSpPr>
      <p:grpSpPr>
        <a:xfrm>
          <a:off x="0" y="0"/>
          <a:ext cx="0" cy="0"/>
          <a:chOff x="0" y="0"/>
          <a:chExt cx="0" cy="0"/>
        </a:xfrm>
      </p:grpSpPr>
      <p:sp>
        <p:nvSpPr>
          <p:cNvPr id="13" name="タイトル 1">
            <a:extLst>
              <a:ext uri="{FF2B5EF4-FFF2-40B4-BE49-F238E27FC236}">
                <a16:creationId xmlns:a16="http://schemas.microsoft.com/office/drawing/2014/main" xmlns="" id="{25556DF9-7E40-8844-95EB-BF36CDB0B80F}"/>
              </a:ext>
            </a:extLst>
          </p:cNvPr>
          <p:cNvSpPr>
            <a:spLocks noGrp="1"/>
          </p:cNvSpPr>
          <p:nvPr>
            <p:ph type="ctrTitle"/>
          </p:nvPr>
        </p:nvSpPr>
        <p:spPr>
          <a:xfrm>
            <a:off x="5235560" y="2466108"/>
            <a:ext cx="6436895" cy="1721786"/>
          </a:xfrm>
        </p:spPr>
        <p:txBody>
          <a:bodyPr anchor="ctr">
            <a:normAutofit/>
          </a:bodyPr>
          <a:lstStyle>
            <a:lvl1pPr algn="l">
              <a:lnSpc>
                <a:spcPct val="100000"/>
              </a:lnSpc>
              <a:defRPr sz="4400">
                <a:solidFill>
                  <a:schemeClr val="bg1"/>
                </a:solidFill>
              </a:defRPr>
            </a:lvl1pPr>
          </a:lstStyle>
          <a:p>
            <a:r>
              <a:rPr kumimoji="1" lang="ja-JP" altLang="en-US"/>
              <a:t>マスター タイトルの書式設定</a:t>
            </a:r>
          </a:p>
        </p:txBody>
      </p:sp>
      <p:sp>
        <p:nvSpPr>
          <p:cNvPr id="14" name="字幕 2">
            <a:extLst>
              <a:ext uri="{FF2B5EF4-FFF2-40B4-BE49-F238E27FC236}">
                <a16:creationId xmlns:a16="http://schemas.microsoft.com/office/drawing/2014/main" xmlns="" id="{8EC62AEF-98A0-2B43-9DB4-16F8C7FA38BE}"/>
              </a:ext>
            </a:extLst>
          </p:cNvPr>
          <p:cNvSpPr>
            <a:spLocks noGrp="1"/>
          </p:cNvSpPr>
          <p:nvPr>
            <p:ph type="subTitle" idx="1"/>
          </p:nvPr>
        </p:nvSpPr>
        <p:spPr>
          <a:xfrm>
            <a:off x="5246446" y="4320776"/>
            <a:ext cx="6436895" cy="493986"/>
          </a:xfrm>
        </p:spPr>
        <p:txBody>
          <a:bodyPr anchor="ct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26" name="テキスト プレースホルダー 3">
            <a:extLst>
              <a:ext uri="{FF2B5EF4-FFF2-40B4-BE49-F238E27FC236}">
                <a16:creationId xmlns:a16="http://schemas.microsoft.com/office/drawing/2014/main" xmlns="" id="{C937166E-CB6F-2841-8013-7B7049FC2296}"/>
              </a:ext>
            </a:extLst>
          </p:cNvPr>
          <p:cNvSpPr>
            <a:spLocks noGrp="1"/>
          </p:cNvSpPr>
          <p:nvPr>
            <p:ph type="body" sz="half" idx="14" hasCustomPrompt="1"/>
          </p:nvPr>
        </p:nvSpPr>
        <p:spPr>
          <a:xfrm>
            <a:off x="5227466" y="5456421"/>
            <a:ext cx="6217788" cy="352353"/>
          </a:xfrm>
        </p:spPr>
        <p:txBody>
          <a:bodyPr anchor="ctr">
            <a:normAutofit/>
          </a:bodyPr>
          <a:lstStyle>
            <a:lvl1pPr marL="0" indent="0" algn="l">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苗字 名前（または部署名）</a:t>
            </a:r>
          </a:p>
        </p:txBody>
      </p:sp>
      <p:sp>
        <p:nvSpPr>
          <p:cNvPr id="27" name="テキスト プレースホルダー 3">
            <a:extLst>
              <a:ext uri="{FF2B5EF4-FFF2-40B4-BE49-F238E27FC236}">
                <a16:creationId xmlns:a16="http://schemas.microsoft.com/office/drawing/2014/main" xmlns="" id="{2C028B2B-4A62-FE4B-A6F8-B9A80588F271}"/>
              </a:ext>
            </a:extLst>
          </p:cNvPr>
          <p:cNvSpPr>
            <a:spLocks noGrp="1"/>
          </p:cNvSpPr>
          <p:nvPr>
            <p:ph type="body" sz="half" idx="15" hasCustomPrompt="1"/>
          </p:nvPr>
        </p:nvSpPr>
        <p:spPr>
          <a:xfrm>
            <a:off x="5227463" y="5818158"/>
            <a:ext cx="6216393" cy="352353"/>
          </a:xfrm>
        </p:spPr>
        <p:txBody>
          <a:bodyPr anchor="ctr">
            <a:normAutofit/>
          </a:bodyPr>
          <a:lstStyle>
            <a:lvl1pPr marL="0" indent="0" algn="l">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苗字 名前（または部署名）</a:t>
            </a:r>
          </a:p>
        </p:txBody>
      </p:sp>
      <p:sp>
        <p:nvSpPr>
          <p:cNvPr id="28" name="テキスト プレースホルダー 3">
            <a:extLst>
              <a:ext uri="{FF2B5EF4-FFF2-40B4-BE49-F238E27FC236}">
                <a16:creationId xmlns:a16="http://schemas.microsoft.com/office/drawing/2014/main" xmlns="" id="{E4932693-1738-264B-A509-C4D4B3F74DB7}"/>
              </a:ext>
            </a:extLst>
          </p:cNvPr>
          <p:cNvSpPr>
            <a:spLocks noGrp="1"/>
          </p:cNvSpPr>
          <p:nvPr>
            <p:ph type="body" sz="half" idx="16" hasCustomPrompt="1"/>
          </p:nvPr>
        </p:nvSpPr>
        <p:spPr>
          <a:xfrm>
            <a:off x="5227463" y="6186991"/>
            <a:ext cx="6216393" cy="352353"/>
          </a:xfrm>
        </p:spPr>
        <p:txBody>
          <a:bodyPr anchor="ctr">
            <a:normAutofit/>
          </a:bodyPr>
          <a:lstStyle>
            <a:lvl1pPr marL="0" indent="0" algn="l">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法人名</a:t>
            </a:r>
          </a:p>
        </p:txBody>
      </p:sp>
      <p:pic>
        <p:nvPicPr>
          <p:cNvPr id="12" name="図 11">
            <a:extLst>
              <a:ext uri="{FF2B5EF4-FFF2-40B4-BE49-F238E27FC236}">
                <a16:creationId xmlns:a16="http://schemas.microsoft.com/office/drawing/2014/main" xmlns="" id="{841E08E7-6294-400E-BB01-5F1F52BA6FDA}"/>
              </a:ext>
            </a:extLst>
          </p:cNvPr>
          <p:cNvPicPr>
            <a:picLocks noChangeAspect="1"/>
          </p:cNvPicPr>
          <p:nvPr userDrawn="1"/>
        </p:nvPicPr>
        <p:blipFill>
          <a:blip r:embed="rId2"/>
          <a:stretch>
            <a:fillRect/>
          </a:stretch>
        </p:blipFill>
        <p:spPr>
          <a:xfrm>
            <a:off x="987505" y="2693900"/>
            <a:ext cx="3404665" cy="786279"/>
          </a:xfrm>
          <a:prstGeom prst="rect">
            <a:avLst/>
          </a:prstGeom>
        </p:spPr>
      </p:pic>
      <p:pic>
        <p:nvPicPr>
          <p:cNvPr id="11" name="グラフィックス 10">
            <a:extLst>
              <a:ext uri="{FF2B5EF4-FFF2-40B4-BE49-F238E27FC236}">
                <a16:creationId xmlns:a16="http://schemas.microsoft.com/office/drawing/2014/main" xmlns="" id="{F64608AF-BAAB-4238-B2F9-AAA29ED33287}"/>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949755" y="6515345"/>
            <a:ext cx="1157355" cy="256430"/>
          </a:xfrm>
          <a:prstGeom prst="rect">
            <a:avLst/>
          </a:prstGeom>
        </p:spPr>
      </p:pic>
    </p:spTree>
    <p:extLst>
      <p:ext uri="{BB962C8B-B14F-4D97-AF65-F5344CB8AC3E}">
        <p14:creationId xmlns:p14="http://schemas.microsoft.com/office/powerpoint/2010/main" val="3328862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表紙２">
    <p:bg>
      <p:bgPr>
        <a:solidFill>
          <a:schemeClr val="tx2"/>
        </a:solidFill>
        <a:effectLst/>
      </p:bgPr>
    </p:bg>
    <p:spTree>
      <p:nvGrpSpPr>
        <p:cNvPr id="1" name=""/>
        <p:cNvGrpSpPr/>
        <p:nvPr/>
      </p:nvGrpSpPr>
      <p:grpSpPr>
        <a:xfrm>
          <a:off x="0" y="0"/>
          <a:ext cx="0" cy="0"/>
          <a:chOff x="0" y="0"/>
          <a:chExt cx="0" cy="0"/>
        </a:xfrm>
      </p:grpSpPr>
      <p:sp>
        <p:nvSpPr>
          <p:cNvPr id="13" name="タイトル 1">
            <a:extLst>
              <a:ext uri="{FF2B5EF4-FFF2-40B4-BE49-F238E27FC236}">
                <a16:creationId xmlns:a16="http://schemas.microsoft.com/office/drawing/2014/main" xmlns="" id="{25556DF9-7E40-8844-95EB-BF36CDB0B80F}"/>
              </a:ext>
            </a:extLst>
          </p:cNvPr>
          <p:cNvSpPr>
            <a:spLocks noGrp="1"/>
          </p:cNvSpPr>
          <p:nvPr>
            <p:ph type="ctrTitle"/>
          </p:nvPr>
        </p:nvSpPr>
        <p:spPr>
          <a:xfrm>
            <a:off x="957943" y="2469931"/>
            <a:ext cx="10243457" cy="914400"/>
          </a:xfrm>
        </p:spPr>
        <p:txBody>
          <a:bodyPr anchor="ctr">
            <a:normAutofit/>
          </a:bodyPr>
          <a:lstStyle>
            <a:lvl1pPr algn="ctr">
              <a:defRPr sz="4800">
                <a:solidFill>
                  <a:schemeClr val="bg1"/>
                </a:solidFill>
              </a:defRPr>
            </a:lvl1pPr>
          </a:lstStyle>
          <a:p>
            <a:r>
              <a:rPr kumimoji="1" lang="ja-JP" altLang="en-US"/>
              <a:t>マスター タイトルの書式設定</a:t>
            </a:r>
          </a:p>
        </p:txBody>
      </p:sp>
      <p:sp>
        <p:nvSpPr>
          <p:cNvPr id="14" name="字幕 2">
            <a:extLst>
              <a:ext uri="{FF2B5EF4-FFF2-40B4-BE49-F238E27FC236}">
                <a16:creationId xmlns:a16="http://schemas.microsoft.com/office/drawing/2014/main" xmlns="" id="{8EC62AEF-98A0-2B43-9DB4-16F8C7FA38BE}"/>
              </a:ext>
            </a:extLst>
          </p:cNvPr>
          <p:cNvSpPr>
            <a:spLocks noGrp="1"/>
          </p:cNvSpPr>
          <p:nvPr>
            <p:ph type="subTitle" idx="1"/>
          </p:nvPr>
        </p:nvSpPr>
        <p:spPr>
          <a:xfrm>
            <a:off x="968829" y="3517213"/>
            <a:ext cx="10243457" cy="493986"/>
          </a:xfrm>
        </p:spPr>
        <p:txBody>
          <a:bodyPr anchor="ct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26" name="テキスト プレースホルダー 3">
            <a:extLst>
              <a:ext uri="{FF2B5EF4-FFF2-40B4-BE49-F238E27FC236}">
                <a16:creationId xmlns:a16="http://schemas.microsoft.com/office/drawing/2014/main" xmlns="" id="{C937166E-CB6F-2841-8013-7B7049FC2296}"/>
              </a:ext>
            </a:extLst>
          </p:cNvPr>
          <p:cNvSpPr>
            <a:spLocks noGrp="1"/>
          </p:cNvSpPr>
          <p:nvPr>
            <p:ph type="body" sz="half" idx="14" hasCustomPrompt="1"/>
          </p:nvPr>
        </p:nvSpPr>
        <p:spPr>
          <a:xfrm>
            <a:off x="2207173" y="5511841"/>
            <a:ext cx="7800427" cy="329934"/>
          </a:xfrm>
        </p:spPr>
        <p:txBody>
          <a:bodyPr anchor="ctr">
            <a:normAutofit/>
          </a:bodyPr>
          <a:lstStyle>
            <a:lvl1pPr marL="0" indent="0" algn="ctr">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苗字 名前（または部署名）</a:t>
            </a:r>
          </a:p>
        </p:txBody>
      </p:sp>
      <p:sp>
        <p:nvSpPr>
          <p:cNvPr id="27" name="テキスト プレースホルダー 3">
            <a:extLst>
              <a:ext uri="{FF2B5EF4-FFF2-40B4-BE49-F238E27FC236}">
                <a16:creationId xmlns:a16="http://schemas.microsoft.com/office/drawing/2014/main" xmlns="" id="{2C028B2B-4A62-FE4B-A6F8-B9A80588F271}"/>
              </a:ext>
            </a:extLst>
          </p:cNvPr>
          <p:cNvSpPr>
            <a:spLocks noGrp="1"/>
          </p:cNvSpPr>
          <p:nvPr>
            <p:ph type="body" sz="half" idx="15" hasCustomPrompt="1"/>
          </p:nvPr>
        </p:nvSpPr>
        <p:spPr>
          <a:xfrm>
            <a:off x="2207171" y="5873578"/>
            <a:ext cx="7798677" cy="329934"/>
          </a:xfrm>
        </p:spPr>
        <p:txBody>
          <a:bodyPr anchor="ctr">
            <a:normAutofit/>
          </a:bodyPr>
          <a:lstStyle>
            <a:lvl1pPr marL="0" indent="0" algn="ctr">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苗字 名前（または部署名）</a:t>
            </a:r>
          </a:p>
        </p:txBody>
      </p:sp>
      <p:sp>
        <p:nvSpPr>
          <p:cNvPr id="28" name="テキスト プレースホルダー 3">
            <a:extLst>
              <a:ext uri="{FF2B5EF4-FFF2-40B4-BE49-F238E27FC236}">
                <a16:creationId xmlns:a16="http://schemas.microsoft.com/office/drawing/2014/main" xmlns="" id="{E4932693-1738-264B-A509-C4D4B3F74DB7}"/>
              </a:ext>
            </a:extLst>
          </p:cNvPr>
          <p:cNvSpPr>
            <a:spLocks noGrp="1"/>
          </p:cNvSpPr>
          <p:nvPr>
            <p:ph type="body" sz="half" idx="16" hasCustomPrompt="1"/>
          </p:nvPr>
        </p:nvSpPr>
        <p:spPr>
          <a:xfrm>
            <a:off x="2207171" y="6242411"/>
            <a:ext cx="7798677" cy="329934"/>
          </a:xfrm>
        </p:spPr>
        <p:txBody>
          <a:bodyPr anchor="ctr">
            <a:normAutofit/>
          </a:bodyPr>
          <a:lstStyle>
            <a:lvl1pPr marL="0" indent="0" algn="ctr">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法人名</a:t>
            </a:r>
          </a:p>
        </p:txBody>
      </p:sp>
      <p:pic>
        <p:nvPicPr>
          <p:cNvPr id="12" name="図 11">
            <a:extLst>
              <a:ext uri="{FF2B5EF4-FFF2-40B4-BE49-F238E27FC236}">
                <a16:creationId xmlns:a16="http://schemas.microsoft.com/office/drawing/2014/main" xmlns="" id="{0ECC518E-8244-4AC3-A91F-5587F9636952}"/>
              </a:ext>
            </a:extLst>
          </p:cNvPr>
          <p:cNvPicPr>
            <a:picLocks noChangeAspect="1"/>
          </p:cNvPicPr>
          <p:nvPr userDrawn="1"/>
        </p:nvPicPr>
        <p:blipFill>
          <a:blip r:embed="rId2"/>
          <a:stretch>
            <a:fillRect/>
          </a:stretch>
        </p:blipFill>
        <p:spPr>
          <a:xfrm>
            <a:off x="503326" y="483750"/>
            <a:ext cx="2389292" cy="551787"/>
          </a:xfrm>
          <a:prstGeom prst="rect">
            <a:avLst/>
          </a:prstGeom>
        </p:spPr>
      </p:pic>
      <p:pic>
        <p:nvPicPr>
          <p:cNvPr id="11" name="グラフィックス 10">
            <a:extLst>
              <a:ext uri="{FF2B5EF4-FFF2-40B4-BE49-F238E27FC236}">
                <a16:creationId xmlns:a16="http://schemas.microsoft.com/office/drawing/2014/main" xmlns="" id="{8A171A59-2562-4A19-917F-70F6F4C91F41}"/>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949755" y="6515345"/>
            <a:ext cx="1157355" cy="256430"/>
          </a:xfrm>
          <a:prstGeom prst="rect">
            <a:avLst/>
          </a:prstGeom>
        </p:spPr>
      </p:pic>
    </p:spTree>
    <p:extLst>
      <p:ext uri="{BB962C8B-B14F-4D97-AF65-F5344CB8AC3E}">
        <p14:creationId xmlns:p14="http://schemas.microsoft.com/office/powerpoint/2010/main" val="2784044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表紙３">
    <p:bg>
      <p:bgPr>
        <a:solidFill>
          <a:schemeClr val="tx2"/>
        </a:solidFill>
        <a:effectLst/>
      </p:bgPr>
    </p:bg>
    <p:spTree>
      <p:nvGrpSpPr>
        <p:cNvPr id="1" name=""/>
        <p:cNvGrpSpPr/>
        <p:nvPr/>
      </p:nvGrpSpPr>
      <p:grpSpPr>
        <a:xfrm>
          <a:off x="0" y="0"/>
          <a:ext cx="0" cy="0"/>
          <a:chOff x="0" y="0"/>
          <a:chExt cx="0" cy="0"/>
        </a:xfrm>
      </p:grpSpPr>
      <p:sp>
        <p:nvSpPr>
          <p:cNvPr id="13" name="タイトル 1">
            <a:extLst>
              <a:ext uri="{FF2B5EF4-FFF2-40B4-BE49-F238E27FC236}">
                <a16:creationId xmlns:a16="http://schemas.microsoft.com/office/drawing/2014/main" xmlns="" id="{25556DF9-7E40-8844-95EB-BF36CDB0B80F}"/>
              </a:ext>
            </a:extLst>
          </p:cNvPr>
          <p:cNvSpPr>
            <a:spLocks noGrp="1"/>
          </p:cNvSpPr>
          <p:nvPr>
            <p:ph type="ctrTitle"/>
          </p:nvPr>
        </p:nvSpPr>
        <p:spPr>
          <a:xfrm>
            <a:off x="957943" y="2469931"/>
            <a:ext cx="10243457" cy="914400"/>
          </a:xfrm>
        </p:spPr>
        <p:txBody>
          <a:bodyPr anchor="ctr">
            <a:normAutofit/>
          </a:bodyPr>
          <a:lstStyle>
            <a:lvl1pPr algn="ctr">
              <a:defRPr sz="4800">
                <a:solidFill>
                  <a:schemeClr val="bg1"/>
                </a:solidFill>
              </a:defRPr>
            </a:lvl1pPr>
          </a:lstStyle>
          <a:p>
            <a:r>
              <a:rPr kumimoji="1" lang="ja-JP" altLang="en-US"/>
              <a:t>マスター タイトルの書式設定</a:t>
            </a:r>
          </a:p>
        </p:txBody>
      </p:sp>
      <p:sp>
        <p:nvSpPr>
          <p:cNvPr id="14" name="字幕 2">
            <a:extLst>
              <a:ext uri="{FF2B5EF4-FFF2-40B4-BE49-F238E27FC236}">
                <a16:creationId xmlns:a16="http://schemas.microsoft.com/office/drawing/2014/main" xmlns="" id="{8EC62AEF-98A0-2B43-9DB4-16F8C7FA38BE}"/>
              </a:ext>
            </a:extLst>
          </p:cNvPr>
          <p:cNvSpPr>
            <a:spLocks noGrp="1"/>
          </p:cNvSpPr>
          <p:nvPr>
            <p:ph type="subTitle" idx="1"/>
          </p:nvPr>
        </p:nvSpPr>
        <p:spPr>
          <a:xfrm>
            <a:off x="968829" y="3517213"/>
            <a:ext cx="10243457" cy="493986"/>
          </a:xfrm>
        </p:spPr>
        <p:txBody>
          <a:bodyPr anchor="ct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26" name="テキスト プレースホルダー 3">
            <a:extLst>
              <a:ext uri="{FF2B5EF4-FFF2-40B4-BE49-F238E27FC236}">
                <a16:creationId xmlns:a16="http://schemas.microsoft.com/office/drawing/2014/main" xmlns="" id="{C937166E-CB6F-2841-8013-7B7049FC2296}"/>
              </a:ext>
            </a:extLst>
          </p:cNvPr>
          <p:cNvSpPr>
            <a:spLocks noGrp="1"/>
          </p:cNvSpPr>
          <p:nvPr>
            <p:ph type="body" sz="half" idx="14" hasCustomPrompt="1"/>
          </p:nvPr>
        </p:nvSpPr>
        <p:spPr>
          <a:xfrm>
            <a:off x="2207173" y="5511841"/>
            <a:ext cx="7800427" cy="329934"/>
          </a:xfrm>
        </p:spPr>
        <p:txBody>
          <a:bodyPr anchor="ctr">
            <a:normAutofit/>
          </a:bodyPr>
          <a:lstStyle>
            <a:lvl1pPr marL="0" indent="0" algn="ctr">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苗字 名前（または部署名）</a:t>
            </a:r>
          </a:p>
        </p:txBody>
      </p:sp>
      <p:sp>
        <p:nvSpPr>
          <p:cNvPr id="27" name="テキスト プレースホルダー 3">
            <a:extLst>
              <a:ext uri="{FF2B5EF4-FFF2-40B4-BE49-F238E27FC236}">
                <a16:creationId xmlns:a16="http://schemas.microsoft.com/office/drawing/2014/main" xmlns="" id="{2C028B2B-4A62-FE4B-A6F8-B9A80588F271}"/>
              </a:ext>
            </a:extLst>
          </p:cNvPr>
          <p:cNvSpPr>
            <a:spLocks noGrp="1"/>
          </p:cNvSpPr>
          <p:nvPr>
            <p:ph type="body" sz="half" idx="15" hasCustomPrompt="1"/>
          </p:nvPr>
        </p:nvSpPr>
        <p:spPr>
          <a:xfrm>
            <a:off x="2207171" y="5873578"/>
            <a:ext cx="7798677" cy="329934"/>
          </a:xfrm>
        </p:spPr>
        <p:txBody>
          <a:bodyPr anchor="ctr">
            <a:normAutofit/>
          </a:bodyPr>
          <a:lstStyle>
            <a:lvl1pPr marL="0" indent="0" algn="ctr">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苗字 名前（または部署名）</a:t>
            </a:r>
          </a:p>
        </p:txBody>
      </p:sp>
      <p:sp>
        <p:nvSpPr>
          <p:cNvPr id="28" name="テキスト プレースホルダー 3">
            <a:extLst>
              <a:ext uri="{FF2B5EF4-FFF2-40B4-BE49-F238E27FC236}">
                <a16:creationId xmlns:a16="http://schemas.microsoft.com/office/drawing/2014/main" xmlns="" id="{E4932693-1738-264B-A509-C4D4B3F74DB7}"/>
              </a:ext>
            </a:extLst>
          </p:cNvPr>
          <p:cNvSpPr>
            <a:spLocks noGrp="1"/>
          </p:cNvSpPr>
          <p:nvPr>
            <p:ph type="body" sz="half" idx="16" hasCustomPrompt="1"/>
          </p:nvPr>
        </p:nvSpPr>
        <p:spPr>
          <a:xfrm>
            <a:off x="2207171" y="6242411"/>
            <a:ext cx="7798677" cy="329934"/>
          </a:xfrm>
        </p:spPr>
        <p:txBody>
          <a:bodyPr anchor="ctr">
            <a:normAutofit/>
          </a:bodyPr>
          <a:lstStyle>
            <a:lvl1pPr marL="0" indent="0" algn="ctr">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法人名</a:t>
            </a:r>
          </a:p>
        </p:txBody>
      </p:sp>
      <p:pic>
        <p:nvPicPr>
          <p:cNvPr id="9" name="図 8">
            <a:extLst>
              <a:ext uri="{FF2B5EF4-FFF2-40B4-BE49-F238E27FC236}">
                <a16:creationId xmlns:a16="http://schemas.microsoft.com/office/drawing/2014/main" xmlns="" id="{38815621-49A0-485A-9323-C2CF004AB650}"/>
              </a:ext>
            </a:extLst>
          </p:cNvPr>
          <p:cNvPicPr>
            <a:picLocks noChangeAspect="1"/>
          </p:cNvPicPr>
          <p:nvPr userDrawn="1"/>
        </p:nvPicPr>
        <p:blipFill>
          <a:blip r:embed="rId2"/>
          <a:stretch>
            <a:fillRect/>
          </a:stretch>
        </p:blipFill>
        <p:spPr>
          <a:xfrm>
            <a:off x="197100" y="6468051"/>
            <a:ext cx="903208" cy="208588"/>
          </a:xfrm>
          <a:prstGeom prst="rect">
            <a:avLst/>
          </a:prstGeom>
        </p:spPr>
      </p:pic>
      <p:pic>
        <p:nvPicPr>
          <p:cNvPr id="10" name="グラフィックス 9">
            <a:extLst>
              <a:ext uri="{FF2B5EF4-FFF2-40B4-BE49-F238E27FC236}">
                <a16:creationId xmlns:a16="http://schemas.microsoft.com/office/drawing/2014/main" xmlns="" id="{C56CE989-BE1D-4C27-9727-F8E9C6BDFDC8}"/>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949755" y="6515345"/>
            <a:ext cx="1157355" cy="256430"/>
          </a:xfrm>
          <a:prstGeom prst="rect">
            <a:avLst/>
          </a:prstGeom>
        </p:spPr>
      </p:pic>
    </p:spTree>
    <p:extLst>
      <p:ext uri="{BB962C8B-B14F-4D97-AF65-F5344CB8AC3E}">
        <p14:creationId xmlns:p14="http://schemas.microsoft.com/office/powerpoint/2010/main" val="1877477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勝色_白紙">
    <p:bg>
      <p:bgPr>
        <a:solidFill>
          <a:schemeClr val="tx2"/>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xmlns="" id="{3724D983-1DD5-4FCB-94EC-0C935C2DD51B}"/>
              </a:ext>
            </a:extLst>
          </p:cNvPr>
          <p:cNvSpPr/>
          <p:nvPr userDrawn="1"/>
        </p:nvSpPr>
        <p:spPr>
          <a:xfrm>
            <a:off x="0" y="6426926"/>
            <a:ext cx="12192000" cy="4310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スライド番号プレースホルダー 6">
            <a:extLst>
              <a:ext uri="{FF2B5EF4-FFF2-40B4-BE49-F238E27FC236}">
                <a16:creationId xmlns:a16="http://schemas.microsoft.com/office/drawing/2014/main" xmlns="" id="{F09049B4-9857-4ADB-8BC6-7F4D617B4EB9}"/>
              </a:ext>
            </a:extLst>
          </p:cNvPr>
          <p:cNvSpPr>
            <a:spLocks noGrp="1"/>
          </p:cNvSpPr>
          <p:nvPr>
            <p:ph type="sldNum" sz="quarter" idx="12"/>
          </p:nvPr>
        </p:nvSpPr>
        <p:spPr>
          <a:xfrm>
            <a:off x="11356040" y="6037070"/>
            <a:ext cx="730855" cy="365125"/>
          </a:xfrm>
          <a:prstGeom prst="rect">
            <a:avLst/>
          </a:prstGeom>
        </p:spPr>
        <p:txBody>
          <a:bodyPr anchor="ctr"/>
          <a:lstStyle>
            <a:lvl1pPr algn="r">
              <a:defRPr sz="1000">
                <a:solidFill>
                  <a:schemeClr val="bg1"/>
                </a:solidFill>
              </a:defRPr>
            </a:lvl1pPr>
          </a:lstStyle>
          <a:p>
            <a:fld id="{6C8F67FE-2B9A-CC4E-A2F4-02E44906EFCC}" type="slidenum">
              <a:rPr lang="ja-JP" altLang="en-US" smtClean="0"/>
              <a:pPr/>
              <a:t>‹#›</a:t>
            </a:fld>
            <a:endParaRPr lang="ja-JP" altLang="en-US"/>
          </a:p>
        </p:txBody>
      </p:sp>
      <p:pic>
        <p:nvPicPr>
          <p:cNvPr id="13" name="図 12">
            <a:extLst>
              <a:ext uri="{FF2B5EF4-FFF2-40B4-BE49-F238E27FC236}">
                <a16:creationId xmlns:a16="http://schemas.microsoft.com/office/drawing/2014/main" xmlns="" id="{72C51A55-3810-4570-BFDF-59038D030C07}"/>
              </a:ext>
            </a:extLst>
          </p:cNvPr>
          <p:cNvPicPr>
            <a:picLocks noChangeAspect="1"/>
          </p:cNvPicPr>
          <p:nvPr userDrawn="1"/>
        </p:nvPicPr>
        <p:blipFill>
          <a:blip r:embed="rId2"/>
          <a:stretch>
            <a:fillRect/>
          </a:stretch>
        </p:blipFill>
        <p:spPr>
          <a:xfrm>
            <a:off x="197100" y="6538169"/>
            <a:ext cx="903208" cy="208588"/>
          </a:xfrm>
          <a:prstGeom prst="rect">
            <a:avLst/>
          </a:prstGeom>
        </p:spPr>
      </p:pic>
      <p:pic>
        <p:nvPicPr>
          <p:cNvPr id="14" name="グラフィックス 13">
            <a:extLst>
              <a:ext uri="{FF2B5EF4-FFF2-40B4-BE49-F238E27FC236}">
                <a16:creationId xmlns:a16="http://schemas.microsoft.com/office/drawing/2014/main" xmlns="" id="{01A49F62-BFBF-4356-9EA1-5D2A1E7234EE}"/>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922658" y="6515345"/>
            <a:ext cx="1157355" cy="256430"/>
          </a:xfrm>
          <a:prstGeom prst="rect">
            <a:avLst/>
          </a:prstGeom>
        </p:spPr>
      </p:pic>
    </p:spTree>
    <p:extLst>
      <p:ext uri="{BB962C8B-B14F-4D97-AF65-F5344CB8AC3E}">
        <p14:creationId xmlns:p14="http://schemas.microsoft.com/office/powerpoint/2010/main" val="2953281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白紙_下レイアウト">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2572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2_白紙_下レイアウト">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xmlns="" id="{EA334215-F6AD-45C3-A8A7-B74856743F0B}"/>
              </a:ext>
            </a:extLst>
          </p:cNvPr>
          <p:cNvSpPr/>
          <p:nvPr userDrawn="1"/>
        </p:nvSpPr>
        <p:spPr>
          <a:xfrm>
            <a:off x="0" y="6426926"/>
            <a:ext cx="12192000" cy="4310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スライド番号プレースホルダー 6">
            <a:extLst>
              <a:ext uri="{FF2B5EF4-FFF2-40B4-BE49-F238E27FC236}">
                <a16:creationId xmlns:a16="http://schemas.microsoft.com/office/drawing/2014/main" xmlns="" id="{02C43615-8C66-458A-93A8-1944E1FCE644}"/>
              </a:ext>
            </a:extLst>
          </p:cNvPr>
          <p:cNvSpPr>
            <a:spLocks noGrp="1"/>
          </p:cNvSpPr>
          <p:nvPr>
            <p:ph type="sldNum" sz="quarter" idx="12"/>
          </p:nvPr>
        </p:nvSpPr>
        <p:spPr>
          <a:xfrm>
            <a:off x="10922658" y="6037070"/>
            <a:ext cx="1164238" cy="365125"/>
          </a:xfrm>
          <a:prstGeom prst="rect">
            <a:avLst/>
          </a:prstGeom>
        </p:spPr>
        <p:txBody>
          <a:bodyPr anchor="ctr"/>
          <a:lstStyle>
            <a:lvl1pPr algn="r">
              <a:defRPr sz="1000">
                <a:solidFill>
                  <a:schemeClr val="tx1"/>
                </a:solidFill>
              </a:defRPr>
            </a:lvl1pPr>
          </a:lstStyle>
          <a:p>
            <a:fld id="{6C8F67FE-2B9A-CC4E-A2F4-02E44906EFCC}" type="slidenum">
              <a:rPr lang="ja-JP" altLang="en-US" smtClean="0"/>
              <a:pPr/>
              <a:t>‹#›</a:t>
            </a:fld>
            <a:endParaRPr lang="ja-JP" altLang="en-US"/>
          </a:p>
        </p:txBody>
      </p:sp>
      <p:pic>
        <p:nvPicPr>
          <p:cNvPr id="11" name="図 10">
            <a:extLst>
              <a:ext uri="{FF2B5EF4-FFF2-40B4-BE49-F238E27FC236}">
                <a16:creationId xmlns:a16="http://schemas.microsoft.com/office/drawing/2014/main" xmlns="" id="{C53A2337-2896-46DB-9FE1-D93939799841}"/>
              </a:ext>
            </a:extLst>
          </p:cNvPr>
          <p:cNvPicPr>
            <a:picLocks noChangeAspect="1"/>
          </p:cNvPicPr>
          <p:nvPr userDrawn="1"/>
        </p:nvPicPr>
        <p:blipFill>
          <a:blip r:embed="rId2"/>
          <a:stretch>
            <a:fillRect/>
          </a:stretch>
        </p:blipFill>
        <p:spPr>
          <a:xfrm>
            <a:off x="197100" y="6538169"/>
            <a:ext cx="903208" cy="208588"/>
          </a:xfrm>
          <a:prstGeom prst="rect">
            <a:avLst/>
          </a:prstGeom>
        </p:spPr>
      </p:pic>
      <p:pic>
        <p:nvPicPr>
          <p:cNvPr id="12" name="グラフィックス 11">
            <a:extLst>
              <a:ext uri="{FF2B5EF4-FFF2-40B4-BE49-F238E27FC236}">
                <a16:creationId xmlns:a16="http://schemas.microsoft.com/office/drawing/2014/main" xmlns="" id="{E9623AFE-832F-4FD2-A636-CD6EA02918BC}"/>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922658" y="6515345"/>
            <a:ext cx="1157355" cy="256430"/>
          </a:xfrm>
          <a:prstGeom prst="rect">
            <a:avLst/>
          </a:prstGeom>
        </p:spPr>
      </p:pic>
    </p:spTree>
    <p:extLst>
      <p:ext uri="{BB962C8B-B14F-4D97-AF65-F5344CB8AC3E}">
        <p14:creationId xmlns:p14="http://schemas.microsoft.com/office/powerpoint/2010/main" val="2662699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アジェンダリスト_下レイアウト">
    <p:spTree>
      <p:nvGrpSpPr>
        <p:cNvPr id="1" name=""/>
        <p:cNvGrpSpPr/>
        <p:nvPr/>
      </p:nvGrpSpPr>
      <p:grpSpPr>
        <a:xfrm>
          <a:off x="0" y="0"/>
          <a:ext cx="0" cy="0"/>
          <a:chOff x="0" y="0"/>
          <a:chExt cx="0" cy="0"/>
        </a:xfrm>
      </p:grpSpPr>
      <p:sp>
        <p:nvSpPr>
          <p:cNvPr id="13" name="タイトル 1">
            <a:extLst>
              <a:ext uri="{FF2B5EF4-FFF2-40B4-BE49-F238E27FC236}">
                <a16:creationId xmlns:a16="http://schemas.microsoft.com/office/drawing/2014/main" xmlns="" id="{25556DF9-7E40-8844-95EB-BF36CDB0B80F}"/>
              </a:ext>
            </a:extLst>
          </p:cNvPr>
          <p:cNvSpPr>
            <a:spLocks noGrp="1"/>
          </p:cNvSpPr>
          <p:nvPr>
            <p:ph type="ctrTitle" hasCustomPrompt="1"/>
          </p:nvPr>
        </p:nvSpPr>
        <p:spPr>
          <a:xfrm>
            <a:off x="1513490" y="882868"/>
            <a:ext cx="9144000" cy="746235"/>
          </a:xfrm>
        </p:spPr>
        <p:txBody>
          <a:bodyPr anchor="ctr">
            <a:normAutofit/>
          </a:bodyPr>
          <a:lstStyle>
            <a:lvl1pPr algn="l">
              <a:defRPr sz="3200"/>
            </a:lvl1pPr>
          </a:lstStyle>
          <a:p>
            <a:r>
              <a:rPr kumimoji="1" lang="ja-JP" altLang="en-US"/>
              <a:t>アジェンダリスト</a:t>
            </a:r>
          </a:p>
        </p:txBody>
      </p:sp>
      <p:sp>
        <p:nvSpPr>
          <p:cNvPr id="3" name="テキスト プレースホルダー 2">
            <a:extLst>
              <a:ext uri="{FF2B5EF4-FFF2-40B4-BE49-F238E27FC236}">
                <a16:creationId xmlns:a16="http://schemas.microsoft.com/office/drawing/2014/main" xmlns="" id="{C06AE18E-F1B2-784A-BE16-B49C579D5361}"/>
              </a:ext>
            </a:extLst>
          </p:cNvPr>
          <p:cNvSpPr>
            <a:spLocks noGrp="1"/>
          </p:cNvSpPr>
          <p:nvPr>
            <p:ph type="body" sz="quarter" idx="13"/>
          </p:nvPr>
        </p:nvSpPr>
        <p:spPr>
          <a:xfrm>
            <a:off x="1513490" y="1828799"/>
            <a:ext cx="9191022" cy="4141076"/>
          </a:xfrm>
        </p:spPr>
        <p:txBody>
          <a:bodyPr/>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10" name="正方形/長方形 9">
            <a:extLst>
              <a:ext uri="{FF2B5EF4-FFF2-40B4-BE49-F238E27FC236}">
                <a16:creationId xmlns:a16="http://schemas.microsoft.com/office/drawing/2014/main" xmlns="" id="{C4A67DCE-8823-46DC-8CE1-876FCC9F238D}"/>
              </a:ext>
            </a:extLst>
          </p:cNvPr>
          <p:cNvSpPr/>
          <p:nvPr userDrawn="1"/>
        </p:nvSpPr>
        <p:spPr>
          <a:xfrm>
            <a:off x="0" y="6426926"/>
            <a:ext cx="12192000" cy="4310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スライド番号プレースホルダー 6">
            <a:extLst>
              <a:ext uri="{FF2B5EF4-FFF2-40B4-BE49-F238E27FC236}">
                <a16:creationId xmlns:a16="http://schemas.microsoft.com/office/drawing/2014/main" xmlns="" id="{01BC0E29-45C0-45DF-947A-93757C05472D}"/>
              </a:ext>
            </a:extLst>
          </p:cNvPr>
          <p:cNvSpPr>
            <a:spLocks noGrp="1"/>
          </p:cNvSpPr>
          <p:nvPr>
            <p:ph type="sldNum" sz="quarter" idx="12"/>
          </p:nvPr>
        </p:nvSpPr>
        <p:spPr>
          <a:xfrm>
            <a:off x="10922658" y="6037070"/>
            <a:ext cx="1164238" cy="365125"/>
          </a:xfrm>
          <a:prstGeom prst="rect">
            <a:avLst/>
          </a:prstGeom>
        </p:spPr>
        <p:txBody>
          <a:bodyPr anchor="ctr"/>
          <a:lstStyle>
            <a:lvl1pPr algn="r">
              <a:defRPr sz="1000">
                <a:solidFill>
                  <a:schemeClr val="tx1"/>
                </a:solidFill>
              </a:defRPr>
            </a:lvl1pPr>
          </a:lstStyle>
          <a:p>
            <a:fld id="{6C8F67FE-2B9A-CC4E-A2F4-02E44906EFCC}" type="slidenum">
              <a:rPr lang="ja-JP" altLang="en-US" smtClean="0"/>
              <a:pPr/>
              <a:t>‹#›</a:t>
            </a:fld>
            <a:endParaRPr lang="ja-JP" altLang="en-US"/>
          </a:p>
        </p:txBody>
      </p:sp>
      <p:pic>
        <p:nvPicPr>
          <p:cNvPr id="16" name="図 15">
            <a:extLst>
              <a:ext uri="{FF2B5EF4-FFF2-40B4-BE49-F238E27FC236}">
                <a16:creationId xmlns:a16="http://schemas.microsoft.com/office/drawing/2014/main" xmlns="" id="{BECEC9A8-C618-4D8B-B16B-5EA2483309D3}"/>
              </a:ext>
            </a:extLst>
          </p:cNvPr>
          <p:cNvPicPr>
            <a:picLocks noChangeAspect="1"/>
          </p:cNvPicPr>
          <p:nvPr userDrawn="1"/>
        </p:nvPicPr>
        <p:blipFill>
          <a:blip r:embed="rId2"/>
          <a:stretch>
            <a:fillRect/>
          </a:stretch>
        </p:blipFill>
        <p:spPr>
          <a:xfrm>
            <a:off x="197100" y="6538169"/>
            <a:ext cx="903208" cy="208588"/>
          </a:xfrm>
          <a:prstGeom prst="rect">
            <a:avLst/>
          </a:prstGeom>
        </p:spPr>
      </p:pic>
      <p:pic>
        <p:nvPicPr>
          <p:cNvPr id="17" name="グラフィックス 16">
            <a:extLst>
              <a:ext uri="{FF2B5EF4-FFF2-40B4-BE49-F238E27FC236}">
                <a16:creationId xmlns:a16="http://schemas.microsoft.com/office/drawing/2014/main" xmlns="" id="{2915DC0B-0301-4F66-9DAF-C2DB9749E373}"/>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922658" y="6515345"/>
            <a:ext cx="1157355" cy="256430"/>
          </a:xfrm>
          <a:prstGeom prst="rect">
            <a:avLst/>
          </a:prstGeom>
        </p:spPr>
      </p:pic>
    </p:spTree>
    <p:extLst>
      <p:ext uri="{BB962C8B-B14F-4D97-AF65-F5344CB8AC3E}">
        <p14:creationId xmlns:p14="http://schemas.microsoft.com/office/powerpoint/2010/main" val="2896924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タイトルとコンテンツ_下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xmlns="" id="{D22C1C06-DD07-3648-BF43-A9BC054AF4EA}"/>
              </a:ext>
            </a:extLst>
          </p:cNvPr>
          <p:cNvSpPr>
            <a:spLocks noGrp="1"/>
          </p:cNvSpPr>
          <p:nvPr>
            <p:ph type="title"/>
          </p:nvPr>
        </p:nvSpPr>
        <p:spPr>
          <a:xfrm>
            <a:off x="325821" y="315311"/>
            <a:ext cx="11529848" cy="1072055"/>
          </a:xfrm>
        </p:spPr>
        <p:txBody>
          <a:bodyPr/>
          <a:lstStyle/>
          <a:p>
            <a:r>
              <a:rPr kumimoji="1" lang="ja-JP" altLang="en-US"/>
              <a:t>マスター タイトルの書式設定</a:t>
            </a:r>
          </a:p>
        </p:txBody>
      </p:sp>
      <p:sp>
        <p:nvSpPr>
          <p:cNvPr id="13" name="テキスト プレースホルダー 2">
            <a:extLst>
              <a:ext uri="{FF2B5EF4-FFF2-40B4-BE49-F238E27FC236}">
                <a16:creationId xmlns:a16="http://schemas.microsoft.com/office/drawing/2014/main" xmlns="" id="{4DB1513A-42A6-BC44-971F-515156433941}"/>
              </a:ext>
            </a:extLst>
          </p:cNvPr>
          <p:cNvSpPr>
            <a:spLocks noGrp="1"/>
          </p:cNvSpPr>
          <p:nvPr>
            <p:ph idx="13"/>
          </p:nvPr>
        </p:nvSpPr>
        <p:spPr>
          <a:xfrm>
            <a:off x="341585" y="1581807"/>
            <a:ext cx="11503574" cy="4589901"/>
          </a:xfrm>
          <a:prstGeom prst="rect">
            <a:avLst/>
          </a:prstGeom>
        </p:spPr>
        <p:txBody>
          <a:bodyPr vert="horz" lIns="91440" tIns="45720" rIns="91440" bIns="45720" rtlCol="0">
            <a:normAutofit/>
          </a:body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14" name="正方形/長方形 13">
            <a:extLst>
              <a:ext uri="{FF2B5EF4-FFF2-40B4-BE49-F238E27FC236}">
                <a16:creationId xmlns:a16="http://schemas.microsoft.com/office/drawing/2014/main" xmlns="" id="{665AAAAF-BCAA-4ED8-9D07-7BD2CB1697C0}"/>
              </a:ext>
            </a:extLst>
          </p:cNvPr>
          <p:cNvSpPr/>
          <p:nvPr userDrawn="1"/>
        </p:nvSpPr>
        <p:spPr>
          <a:xfrm>
            <a:off x="0" y="6426926"/>
            <a:ext cx="12192000" cy="4310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スライド番号プレースホルダー 6">
            <a:extLst>
              <a:ext uri="{FF2B5EF4-FFF2-40B4-BE49-F238E27FC236}">
                <a16:creationId xmlns:a16="http://schemas.microsoft.com/office/drawing/2014/main" xmlns="" id="{9FD0C4D8-6177-4373-A6D4-34FF8866E5FD}"/>
              </a:ext>
            </a:extLst>
          </p:cNvPr>
          <p:cNvSpPr>
            <a:spLocks noGrp="1"/>
          </p:cNvSpPr>
          <p:nvPr>
            <p:ph type="sldNum" sz="quarter" idx="12"/>
          </p:nvPr>
        </p:nvSpPr>
        <p:spPr>
          <a:xfrm>
            <a:off x="10922658" y="6037070"/>
            <a:ext cx="1164238" cy="365125"/>
          </a:xfrm>
          <a:prstGeom prst="rect">
            <a:avLst/>
          </a:prstGeom>
        </p:spPr>
        <p:txBody>
          <a:bodyPr anchor="ctr"/>
          <a:lstStyle>
            <a:lvl1pPr algn="r">
              <a:defRPr sz="1000">
                <a:solidFill>
                  <a:schemeClr val="tx1"/>
                </a:solidFill>
              </a:defRPr>
            </a:lvl1pPr>
          </a:lstStyle>
          <a:p>
            <a:fld id="{6C8F67FE-2B9A-CC4E-A2F4-02E44906EFCC}" type="slidenum">
              <a:rPr lang="ja-JP" altLang="en-US" smtClean="0"/>
              <a:pPr/>
              <a:t>‹#›</a:t>
            </a:fld>
            <a:endParaRPr lang="ja-JP" altLang="en-US"/>
          </a:p>
        </p:txBody>
      </p:sp>
      <p:pic>
        <p:nvPicPr>
          <p:cNvPr id="16" name="図 15">
            <a:extLst>
              <a:ext uri="{FF2B5EF4-FFF2-40B4-BE49-F238E27FC236}">
                <a16:creationId xmlns:a16="http://schemas.microsoft.com/office/drawing/2014/main" xmlns="" id="{E93BA116-2055-4ED3-B36A-F7DE6BAE1D22}"/>
              </a:ext>
            </a:extLst>
          </p:cNvPr>
          <p:cNvPicPr>
            <a:picLocks noChangeAspect="1"/>
          </p:cNvPicPr>
          <p:nvPr userDrawn="1"/>
        </p:nvPicPr>
        <p:blipFill>
          <a:blip r:embed="rId2"/>
          <a:stretch>
            <a:fillRect/>
          </a:stretch>
        </p:blipFill>
        <p:spPr>
          <a:xfrm>
            <a:off x="197100" y="6538169"/>
            <a:ext cx="903208" cy="208588"/>
          </a:xfrm>
          <a:prstGeom prst="rect">
            <a:avLst/>
          </a:prstGeom>
        </p:spPr>
      </p:pic>
      <p:pic>
        <p:nvPicPr>
          <p:cNvPr id="17" name="グラフィックス 16">
            <a:extLst>
              <a:ext uri="{FF2B5EF4-FFF2-40B4-BE49-F238E27FC236}">
                <a16:creationId xmlns:a16="http://schemas.microsoft.com/office/drawing/2014/main" xmlns="" id="{600FFD2A-28A6-4525-97B0-D9774B055EA8}"/>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922658" y="6515345"/>
            <a:ext cx="1157355" cy="256430"/>
          </a:xfrm>
          <a:prstGeom prst="rect">
            <a:avLst/>
          </a:prstGeom>
        </p:spPr>
      </p:pic>
    </p:spTree>
    <p:extLst>
      <p:ext uri="{BB962C8B-B14F-4D97-AF65-F5344CB8AC3E}">
        <p14:creationId xmlns:p14="http://schemas.microsoft.com/office/powerpoint/2010/main" val="1975363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２つのコンテンツ_下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xmlns="" id="{AB9407F4-3C5B-E341-99D0-F9C1C1C4A95A}"/>
              </a:ext>
            </a:extLst>
          </p:cNvPr>
          <p:cNvSpPr>
            <a:spLocks noGrp="1"/>
          </p:cNvSpPr>
          <p:nvPr>
            <p:ph type="title"/>
          </p:nvPr>
        </p:nvSpPr>
        <p:spPr>
          <a:xfrm>
            <a:off x="325821" y="315311"/>
            <a:ext cx="11529848" cy="1072055"/>
          </a:xfr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xmlns="" id="{123EDEA8-3C1E-D94E-89E8-7D38079BBE8B}"/>
              </a:ext>
            </a:extLst>
          </p:cNvPr>
          <p:cNvSpPr>
            <a:spLocks noGrp="1"/>
          </p:cNvSpPr>
          <p:nvPr>
            <p:ph sz="half" idx="1"/>
          </p:nvPr>
        </p:nvSpPr>
        <p:spPr>
          <a:xfrm>
            <a:off x="344214" y="1825625"/>
            <a:ext cx="5181600" cy="4351338"/>
          </a:xfrm>
        </p:spPr>
        <p:txBody>
          <a:bodyPr/>
          <a:lstStyle>
            <a:lvl1pPr>
              <a:lnSpc>
                <a:spcPct val="100000"/>
              </a:lnSpc>
              <a:defRPr/>
            </a:lvl1pPr>
            <a:lvl2pPr>
              <a:defRPr/>
            </a:lvl2pPr>
            <a:lvl3pPr>
              <a:defRPr/>
            </a:lvl3pPr>
            <a:lvl4pPr>
              <a:defRPr/>
            </a:lvl4pPr>
            <a:lvl5pPr>
              <a:defRPr/>
            </a:lvl5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xmlns="" id="{D82FF9B1-F95C-0142-9E4F-251C260AC637}"/>
              </a:ext>
            </a:extLst>
          </p:cNvPr>
          <p:cNvSpPr>
            <a:spLocks noGrp="1"/>
          </p:cNvSpPr>
          <p:nvPr>
            <p:ph sz="half" idx="2"/>
          </p:nvPr>
        </p:nvSpPr>
        <p:spPr>
          <a:xfrm>
            <a:off x="5835869" y="1825625"/>
            <a:ext cx="6009290" cy="4351338"/>
          </a:xfrm>
        </p:spPr>
        <p:txBody>
          <a:bodyPr/>
          <a:lstStyle>
            <a:lvl1pPr>
              <a:lnSpc>
                <a:spcPct val="100000"/>
              </a:lnSpc>
              <a:defRPr/>
            </a:lvl1pPr>
            <a:lvl2pPr>
              <a:defRPr/>
            </a:lvl2pPr>
            <a:lvl3pPr>
              <a:defRPr/>
            </a:lvl3pPr>
            <a:lvl4pPr>
              <a:defRPr/>
            </a:lvl4pPr>
            <a:lvl5pPr>
              <a:defRPr/>
            </a:lvl5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10" name="正方形/長方形 9">
            <a:extLst>
              <a:ext uri="{FF2B5EF4-FFF2-40B4-BE49-F238E27FC236}">
                <a16:creationId xmlns:a16="http://schemas.microsoft.com/office/drawing/2014/main" xmlns="" id="{C23FC597-7500-4006-96F3-BC81485D34AA}"/>
              </a:ext>
            </a:extLst>
          </p:cNvPr>
          <p:cNvSpPr/>
          <p:nvPr userDrawn="1"/>
        </p:nvSpPr>
        <p:spPr>
          <a:xfrm>
            <a:off x="0" y="6426926"/>
            <a:ext cx="12192000" cy="4310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スライド番号プレースホルダー 6">
            <a:extLst>
              <a:ext uri="{FF2B5EF4-FFF2-40B4-BE49-F238E27FC236}">
                <a16:creationId xmlns:a16="http://schemas.microsoft.com/office/drawing/2014/main" xmlns="" id="{B3101437-C5C9-464D-B7E2-85ED5B9B0E3D}"/>
              </a:ext>
            </a:extLst>
          </p:cNvPr>
          <p:cNvSpPr>
            <a:spLocks noGrp="1"/>
          </p:cNvSpPr>
          <p:nvPr>
            <p:ph type="sldNum" sz="quarter" idx="12"/>
          </p:nvPr>
        </p:nvSpPr>
        <p:spPr>
          <a:xfrm>
            <a:off x="10922658" y="6037070"/>
            <a:ext cx="1164238" cy="365125"/>
          </a:xfrm>
          <a:prstGeom prst="rect">
            <a:avLst/>
          </a:prstGeom>
        </p:spPr>
        <p:txBody>
          <a:bodyPr anchor="ctr"/>
          <a:lstStyle>
            <a:lvl1pPr algn="r">
              <a:defRPr sz="1000">
                <a:solidFill>
                  <a:schemeClr val="tx1"/>
                </a:solidFill>
              </a:defRPr>
            </a:lvl1pPr>
          </a:lstStyle>
          <a:p>
            <a:fld id="{6C8F67FE-2B9A-CC4E-A2F4-02E44906EFCC}" type="slidenum">
              <a:rPr lang="ja-JP" altLang="en-US" smtClean="0"/>
              <a:pPr/>
              <a:t>‹#›</a:t>
            </a:fld>
            <a:endParaRPr lang="ja-JP" altLang="en-US"/>
          </a:p>
        </p:txBody>
      </p:sp>
      <p:pic>
        <p:nvPicPr>
          <p:cNvPr id="15" name="図 14">
            <a:extLst>
              <a:ext uri="{FF2B5EF4-FFF2-40B4-BE49-F238E27FC236}">
                <a16:creationId xmlns:a16="http://schemas.microsoft.com/office/drawing/2014/main" xmlns="" id="{499E2FB2-EC1C-4C73-B9EB-FD4DE39683C0}"/>
              </a:ext>
            </a:extLst>
          </p:cNvPr>
          <p:cNvPicPr>
            <a:picLocks noChangeAspect="1"/>
          </p:cNvPicPr>
          <p:nvPr userDrawn="1"/>
        </p:nvPicPr>
        <p:blipFill>
          <a:blip r:embed="rId2"/>
          <a:stretch>
            <a:fillRect/>
          </a:stretch>
        </p:blipFill>
        <p:spPr>
          <a:xfrm>
            <a:off x="197100" y="6538169"/>
            <a:ext cx="903208" cy="208588"/>
          </a:xfrm>
          <a:prstGeom prst="rect">
            <a:avLst/>
          </a:prstGeom>
        </p:spPr>
      </p:pic>
      <p:pic>
        <p:nvPicPr>
          <p:cNvPr id="18" name="グラフィックス 17">
            <a:extLst>
              <a:ext uri="{FF2B5EF4-FFF2-40B4-BE49-F238E27FC236}">
                <a16:creationId xmlns:a16="http://schemas.microsoft.com/office/drawing/2014/main" xmlns="" id="{19965F7B-2619-4446-8CBA-1E4614D95710}"/>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922658" y="6515345"/>
            <a:ext cx="1157355" cy="256430"/>
          </a:xfrm>
          <a:prstGeom prst="rect">
            <a:avLst/>
          </a:prstGeom>
        </p:spPr>
      </p:pic>
    </p:spTree>
    <p:extLst>
      <p:ext uri="{BB962C8B-B14F-4D97-AF65-F5344CB8AC3E}">
        <p14:creationId xmlns:p14="http://schemas.microsoft.com/office/powerpoint/2010/main" val="1949752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タイトルのみ_下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xmlns="" id="{9307D025-3DB1-9B45-9E78-328D4B52096F}"/>
              </a:ext>
            </a:extLst>
          </p:cNvPr>
          <p:cNvSpPr>
            <a:spLocks noGrp="1"/>
          </p:cNvSpPr>
          <p:nvPr>
            <p:ph type="title"/>
          </p:nvPr>
        </p:nvSpPr>
        <p:spPr>
          <a:xfrm>
            <a:off x="325821" y="315311"/>
            <a:ext cx="11529848" cy="1072055"/>
          </a:xfrm>
        </p:spPr>
        <p:txBody>
          <a:bodyPr/>
          <a:lstStyle/>
          <a:p>
            <a:r>
              <a:rPr kumimoji="1" lang="ja-JP" altLang="en-US"/>
              <a:t>マスター タイトルの書式設定</a:t>
            </a:r>
          </a:p>
        </p:txBody>
      </p:sp>
      <p:sp>
        <p:nvSpPr>
          <p:cNvPr id="9" name="正方形/長方形 8">
            <a:extLst>
              <a:ext uri="{FF2B5EF4-FFF2-40B4-BE49-F238E27FC236}">
                <a16:creationId xmlns:a16="http://schemas.microsoft.com/office/drawing/2014/main" xmlns="" id="{A7960D6C-39E0-4967-864B-8EA36A59A8DC}"/>
              </a:ext>
            </a:extLst>
          </p:cNvPr>
          <p:cNvSpPr/>
          <p:nvPr userDrawn="1"/>
        </p:nvSpPr>
        <p:spPr>
          <a:xfrm>
            <a:off x="0" y="6426926"/>
            <a:ext cx="12192000" cy="4310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スライド番号プレースホルダー 6">
            <a:extLst>
              <a:ext uri="{FF2B5EF4-FFF2-40B4-BE49-F238E27FC236}">
                <a16:creationId xmlns:a16="http://schemas.microsoft.com/office/drawing/2014/main" xmlns="" id="{3EE6972F-6C4D-48F9-95B8-D5C98173D65B}"/>
              </a:ext>
            </a:extLst>
          </p:cNvPr>
          <p:cNvSpPr>
            <a:spLocks noGrp="1"/>
          </p:cNvSpPr>
          <p:nvPr>
            <p:ph type="sldNum" sz="quarter" idx="12"/>
          </p:nvPr>
        </p:nvSpPr>
        <p:spPr>
          <a:xfrm>
            <a:off x="10922658" y="6037070"/>
            <a:ext cx="1164238" cy="365125"/>
          </a:xfrm>
          <a:prstGeom prst="rect">
            <a:avLst/>
          </a:prstGeom>
        </p:spPr>
        <p:txBody>
          <a:bodyPr anchor="ctr"/>
          <a:lstStyle>
            <a:lvl1pPr algn="r">
              <a:defRPr sz="1000">
                <a:solidFill>
                  <a:schemeClr val="tx1"/>
                </a:solidFill>
              </a:defRPr>
            </a:lvl1pPr>
          </a:lstStyle>
          <a:p>
            <a:fld id="{6C8F67FE-2B9A-CC4E-A2F4-02E44906EFCC}" type="slidenum">
              <a:rPr lang="ja-JP" altLang="en-US" smtClean="0"/>
              <a:pPr/>
              <a:t>‹#›</a:t>
            </a:fld>
            <a:endParaRPr lang="ja-JP" altLang="en-US"/>
          </a:p>
        </p:txBody>
      </p:sp>
      <p:pic>
        <p:nvPicPr>
          <p:cNvPr id="11" name="図 10">
            <a:extLst>
              <a:ext uri="{FF2B5EF4-FFF2-40B4-BE49-F238E27FC236}">
                <a16:creationId xmlns:a16="http://schemas.microsoft.com/office/drawing/2014/main" xmlns="" id="{17ABB3FC-89E8-4B34-B90B-78CB875BEE10}"/>
              </a:ext>
            </a:extLst>
          </p:cNvPr>
          <p:cNvPicPr>
            <a:picLocks noChangeAspect="1"/>
          </p:cNvPicPr>
          <p:nvPr userDrawn="1"/>
        </p:nvPicPr>
        <p:blipFill>
          <a:blip r:embed="rId2"/>
          <a:stretch>
            <a:fillRect/>
          </a:stretch>
        </p:blipFill>
        <p:spPr>
          <a:xfrm>
            <a:off x="197100" y="6538169"/>
            <a:ext cx="903208" cy="208588"/>
          </a:xfrm>
          <a:prstGeom prst="rect">
            <a:avLst/>
          </a:prstGeom>
        </p:spPr>
      </p:pic>
      <p:pic>
        <p:nvPicPr>
          <p:cNvPr id="14" name="グラフィックス 13">
            <a:extLst>
              <a:ext uri="{FF2B5EF4-FFF2-40B4-BE49-F238E27FC236}">
                <a16:creationId xmlns:a16="http://schemas.microsoft.com/office/drawing/2014/main" xmlns="" id="{17E2C997-04FC-4CF3-848F-37BB3B54B187}"/>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922658" y="6515345"/>
            <a:ext cx="1157355" cy="256430"/>
          </a:xfrm>
          <a:prstGeom prst="rect">
            <a:avLst/>
          </a:prstGeom>
        </p:spPr>
      </p:pic>
    </p:spTree>
    <p:extLst>
      <p:ext uri="{BB962C8B-B14F-4D97-AF65-F5344CB8AC3E}">
        <p14:creationId xmlns:p14="http://schemas.microsoft.com/office/powerpoint/2010/main" val="3106186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タイトルのみ２_下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xmlns="" id="{9307D025-3DB1-9B45-9E78-328D4B52096F}"/>
              </a:ext>
            </a:extLst>
          </p:cNvPr>
          <p:cNvSpPr>
            <a:spLocks noGrp="1"/>
          </p:cNvSpPr>
          <p:nvPr>
            <p:ph type="title"/>
          </p:nvPr>
        </p:nvSpPr>
        <p:spPr>
          <a:xfrm>
            <a:off x="325821" y="2833664"/>
            <a:ext cx="11529848" cy="1072055"/>
          </a:xfrm>
        </p:spPr>
        <p:txBody>
          <a:bodyPr/>
          <a:lstStyle>
            <a:lvl1pPr algn="ctr">
              <a:defRPr/>
            </a:lvl1pPr>
          </a:lstStyle>
          <a:p>
            <a:r>
              <a:rPr kumimoji="1" lang="ja-JP" altLang="en-US"/>
              <a:t>マスター タイトルの書式設定</a:t>
            </a:r>
          </a:p>
        </p:txBody>
      </p:sp>
      <p:sp>
        <p:nvSpPr>
          <p:cNvPr id="8" name="正方形/長方形 7">
            <a:extLst>
              <a:ext uri="{FF2B5EF4-FFF2-40B4-BE49-F238E27FC236}">
                <a16:creationId xmlns:a16="http://schemas.microsoft.com/office/drawing/2014/main" xmlns="" id="{504E880F-7739-464C-B643-998E0A9D6155}"/>
              </a:ext>
            </a:extLst>
          </p:cNvPr>
          <p:cNvSpPr/>
          <p:nvPr userDrawn="1"/>
        </p:nvSpPr>
        <p:spPr>
          <a:xfrm>
            <a:off x="0" y="6426926"/>
            <a:ext cx="12192000" cy="4310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スライド番号プレースホルダー 6">
            <a:extLst>
              <a:ext uri="{FF2B5EF4-FFF2-40B4-BE49-F238E27FC236}">
                <a16:creationId xmlns:a16="http://schemas.microsoft.com/office/drawing/2014/main" xmlns="" id="{B52BF70E-3086-4D05-9916-F13E1573F66D}"/>
              </a:ext>
            </a:extLst>
          </p:cNvPr>
          <p:cNvSpPr>
            <a:spLocks noGrp="1"/>
          </p:cNvSpPr>
          <p:nvPr>
            <p:ph type="sldNum" sz="quarter" idx="12"/>
          </p:nvPr>
        </p:nvSpPr>
        <p:spPr>
          <a:xfrm>
            <a:off x="10922658" y="6037070"/>
            <a:ext cx="1164238" cy="365125"/>
          </a:xfrm>
          <a:prstGeom prst="rect">
            <a:avLst/>
          </a:prstGeom>
        </p:spPr>
        <p:txBody>
          <a:bodyPr anchor="ctr"/>
          <a:lstStyle>
            <a:lvl1pPr algn="r">
              <a:defRPr sz="1000">
                <a:solidFill>
                  <a:schemeClr val="tx1"/>
                </a:solidFill>
              </a:defRPr>
            </a:lvl1pPr>
          </a:lstStyle>
          <a:p>
            <a:fld id="{6C8F67FE-2B9A-CC4E-A2F4-02E44906EFCC}" type="slidenum">
              <a:rPr lang="ja-JP" altLang="en-US" smtClean="0"/>
              <a:pPr/>
              <a:t>‹#›</a:t>
            </a:fld>
            <a:endParaRPr lang="ja-JP" altLang="en-US"/>
          </a:p>
        </p:txBody>
      </p:sp>
      <p:pic>
        <p:nvPicPr>
          <p:cNvPr id="13" name="図 12">
            <a:extLst>
              <a:ext uri="{FF2B5EF4-FFF2-40B4-BE49-F238E27FC236}">
                <a16:creationId xmlns:a16="http://schemas.microsoft.com/office/drawing/2014/main" xmlns="" id="{BB0BE301-46FF-4D74-A4D7-64CEA95DD742}"/>
              </a:ext>
            </a:extLst>
          </p:cNvPr>
          <p:cNvPicPr>
            <a:picLocks noChangeAspect="1"/>
          </p:cNvPicPr>
          <p:nvPr userDrawn="1"/>
        </p:nvPicPr>
        <p:blipFill>
          <a:blip r:embed="rId2"/>
          <a:stretch>
            <a:fillRect/>
          </a:stretch>
        </p:blipFill>
        <p:spPr>
          <a:xfrm>
            <a:off x="197100" y="6538169"/>
            <a:ext cx="903208" cy="208588"/>
          </a:xfrm>
          <a:prstGeom prst="rect">
            <a:avLst/>
          </a:prstGeom>
        </p:spPr>
      </p:pic>
      <p:pic>
        <p:nvPicPr>
          <p:cNvPr id="16" name="グラフィックス 15">
            <a:extLst>
              <a:ext uri="{FF2B5EF4-FFF2-40B4-BE49-F238E27FC236}">
                <a16:creationId xmlns:a16="http://schemas.microsoft.com/office/drawing/2014/main" xmlns="" id="{9601B88F-5E41-4691-8AB3-96267213BDC3}"/>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922658" y="6515345"/>
            <a:ext cx="1157355" cy="256430"/>
          </a:xfrm>
          <a:prstGeom prst="rect">
            <a:avLst/>
          </a:prstGeom>
        </p:spPr>
      </p:pic>
    </p:spTree>
    <p:extLst>
      <p:ext uri="{BB962C8B-B14F-4D97-AF65-F5344CB8AC3E}">
        <p14:creationId xmlns:p14="http://schemas.microsoft.com/office/powerpoint/2010/main" val="38929431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タイトル付きの図_下レイアウト">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xmlns="" id="{2D915DB0-AA4A-F640-B0AC-7AFE97E99E0A}"/>
              </a:ext>
            </a:extLst>
          </p:cNvPr>
          <p:cNvSpPr>
            <a:spLocks noGrp="1"/>
          </p:cNvSpPr>
          <p:nvPr>
            <p:ph type="body" sz="half" idx="2"/>
          </p:nvPr>
        </p:nvSpPr>
        <p:spPr>
          <a:xfrm>
            <a:off x="345802" y="998483"/>
            <a:ext cx="3795273" cy="5087006"/>
          </a:xfrm>
        </p:spPr>
        <p:txBody>
          <a:bodyPr/>
          <a:lstStyle>
            <a:lvl1pPr marL="0" indent="0">
              <a:lnSpc>
                <a:spcPct val="100000"/>
              </a:lnSpc>
              <a:buNone/>
              <a:defRPr sz="2000"/>
            </a:lvl1pPr>
            <a:lvl2pPr marL="457200" indent="0">
              <a:lnSpc>
                <a:spcPct val="100000"/>
              </a:lnSpc>
              <a:buNone/>
              <a:defRPr sz="1800"/>
            </a:lvl2pPr>
            <a:lvl3pPr marL="914400" indent="0">
              <a:lnSpc>
                <a:spcPct val="100000"/>
              </a:lnSpc>
              <a:buNone/>
              <a:defRPr sz="1600"/>
            </a:lvl3pPr>
            <a:lvl4pPr marL="1371600" indent="0">
              <a:lnSpc>
                <a:spcPct val="100000"/>
              </a:lnSpc>
              <a:buNone/>
              <a:defRPr sz="1400"/>
            </a:lvl4pPr>
            <a:lvl5pPr marL="1828800" indent="0">
              <a:lnSpc>
                <a:spcPct val="100000"/>
              </a:lnSpc>
              <a:buNone/>
              <a:defRPr sz="12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9" name="テキスト プレースホルダー 3">
            <a:extLst>
              <a:ext uri="{FF2B5EF4-FFF2-40B4-BE49-F238E27FC236}">
                <a16:creationId xmlns:a16="http://schemas.microsoft.com/office/drawing/2014/main" xmlns="" id="{E816C909-C0FF-F24E-8D2F-73A956178C4D}"/>
              </a:ext>
            </a:extLst>
          </p:cNvPr>
          <p:cNvSpPr>
            <a:spLocks noGrp="1"/>
          </p:cNvSpPr>
          <p:nvPr>
            <p:ph type="body" sz="half" idx="13"/>
          </p:nvPr>
        </p:nvSpPr>
        <p:spPr>
          <a:xfrm>
            <a:off x="4439816" y="998483"/>
            <a:ext cx="7405343" cy="5087006"/>
          </a:xfrm>
        </p:spPr>
        <p:txBody>
          <a:bodyPr>
            <a:normAutofit/>
          </a:bodyPr>
          <a:lstStyle>
            <a:lvl1pPr marL="0" indent="0">
              <a:lnSpc>
                <a:spcPct val="100000"/>
              </a:lnSpc>
              <a:buNone/>
              <a:defRPr sz="2000"/>
            </a:lvl1pPr>
            <a:lvl2pPr marL="457200" indent="0">
              <a:lnSpc>
                <a:spcPct val="100000"/>
              </a:lnSpc>
              <a:buNone/>
              <a:defRPr sz="1800"/>
            </a:lvl2pPr>
            <a:lvl3pPr marL="914400" indent="0">
              <a:lnSpc>
                <a:spcPct val="100000"/>
              </a:lnSpc>
              <a:buNone/>
              <a:defRPr sz="1600"/>
            </a:lvl3pPr>
            <a:lvl4pPr marL="1371600" indent="0">
              <a:lnSpc>
                <a:spcPct val="100000"/>
              </a:lnSpc>
              <a:buNone/>
              <a:defRPr sz="1400"/>
            </a:lvl4pPr>
            <a:lvl5pPr marL="1828800" indent="0">
              <a:lnSpc>
                <a:spcPct val="100000"/>
              </a:lnSpc>
              <a:buNone/>
              <a:defRPr sz="12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10" name="テキスト プレースホルダー 3">
            <a:extLst>
              <a:ext uri="{FF2B5EF4-FFF2-40B4-BE49-F238E27FC236}">
                <a16:creationId xmlns:a16="http://schemas.microsoft.com/office/drawing/2014/main" xmlns="" id="{5F23C526-34FD-D242-9BBF-E27AEEDB1DB8}"/>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11" name="正方形/長方形 10">
            <a:extLst>
              <a:ext uri="{FF2B5EF4-FFF2-40B4-BE49-F238E27FC236}">
                <a16:creationId xmlns:a16="http://schemas.microsoft.com/office/drawing/2014/main" xmlns="" id="{1BB7ADBF-4FB3-4567-8DAF-DE6DBCAFC9EC}"/>
              </a:ext>
            </a:extLst>
          </p:cNvPr>
          <p:cNvSpPr/>
          <p:nvPr userDrawn="1"/>
        </p:nvSpPr>
        <p:spPr>
          <a:xfrm>
            <a:off x="0" y="6426926"/>
            <a:ext cx="12192000" cy="4310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スライド番号プレースホルダー 6">
            <a:extLst>
              <a:ext uri="{FF2B5EF4-FFF2-40B4-BE49-F238E27FC236}">
                <a16:creationId xmlns:a16="http://schemas.microsoft.com/office/drawing/2014/main" xmlns="" id="{136E1103-20C6-4786-9018-8F126159D062}"/>
              </a:ext>
            </a:extLst>
          </p:cNvPr>
          <p:cNvSpPr>
            <a:spLocks noGrp="1"/>
          </p:cNvSpPr>
          <p:nvPr>
            <p:ph type="sldNum" sz="quarter" idx="12"/>
          </p:nvPr>
        </p:nvSpPr>
        <p:spPr>
          <a:xfrm>
            <a:off x="10922658" y="6037070"/>
            <a:ext cx="1164238" cy="365125"/>
          </a:xfrm>
          <a:prstGeom prst="rect">
            <a:avLst/>
          </a:prstGeom>
        </p:spPr>
        <p:txBody>
          <a:bodyPr anchor="ctr"/>
          <a:lstStyle>
            <a:lvl1pPr algn="r">
              <a:defRPr sz="1000">
                <a:solidFill>
                  <a:schemeClr val="tx1"/>
                </a:solidFill>
              </a:defRPr>
            </a:lvl1pPr>
          </a:lstStyle>
          <a:p>
            <a:fld id="{6C8F67FE-2B9A-CC4E-A2F4-02E44906EFCC}" type="slidenum">
              <a:rPr lang="ja-JP" altLang="en-US" smtClean="0"/>
              <a:pPr/>
              <a:t>‹#›</a:t>
            </a:fld>
            <a:endParaRPr lang="ja-JP" altLang="en-US"/>
          </a:p>
        </p:txBody>
      </p:sp>
      <p:pic>
        <p:nvPicPr>
          <p:cNvPr id="13" name="図 12">
            <a:extLst>
              <a:ext uri="{FF2B5EF4-FFF2-40B4-BE49-F238E27FC236}">
                <a16:creationId xmlns:a16="http://schemas.microsoft.com/office/drawing/2014/main" xmlns="" id="{80AF3E0B-F35B-4E57-9CE9-33138D2AE4AC}"/>
              </a:ext>
            </a:extLst>
          </p:cNvPr>
          <p:cNvPicPr>
            <a:picLocks noChangeAspect="1"/>
          </p:cNvPicPr>
          <p:nvPr userDrawn="1"/>
        </p:nvPicPr>
        <p:blipFill>
          <a:blip r:embed="rId2"/>
          <a:stretch>
            <a:fillRect/>
          </a:stretch>
        </p:blipFill>
        <p:spPr>
          <a:xfrm>
            <a:off x="197100" y="6538169"/>
            <a:ext cx="903208" cy="208588"/>
          </a:xfrm>
          <a:prstGeom prst="rect">
            <a:avLst/>
          </a:prstGeom>
        </p:spPr>
      </p:pic>
      <p:pic>
        <p:nvPicPr>
          <p:cNvPr id="17" name="グラフィックス 16">
            <a:extLst>
              <a:ext uri="{FF2B5EF4-FFF2-40B4-BE49-F238E27FC236}">
                <a16:creationId xmlns:a16="http://schemas.microsoft.com/office/drawing/2014/main" xmlns="" id="{E3F7BFFA-B4C4-4C10-B4DB-FDD01F840D0D}"/>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922658" y="6515345"/>
            <a:ext cx="1157355" cy="256430"/>
          </a:xfrm>
          <a:prstGeom prst="rect">
            <a:avLst/>
          </a:prstGeom>
        </p:spPr>
      </p:pic>
    </p:spTree>
    <p:extLst>
      <p:ext uri="{BB962C8B-B14F-4D97-AF65-F5344CB8AC3E}">
        <p14:creationId xmlns:p14="http://schemas.microsoft.com/office/powerpoint/2010/main" val="113091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タイトル付きの図２_下レイアウト">
    <p:spTree>
      <p:nvGrpSpPr>
        <p:cNvPr id="1" name=""/>
        <p:cNvGrpSpPr/>
        <p:nvPr/>
      </p:nvGrpSpPr>
      <p:grpSpPr>
        <a:xfrm>
          <a:off x="0" y="0"/>
          <a:ext cx="0" cy="0"/>
          <a:chOff x="0" y="0"/>
          <a:chExt cx="0" cy="0"/>
        </a:xfrm>
      </p:grpSpPr>
      <p:sp>
        <p:nvSpPr>
          <p:cNvPr id="3" name="図プレースホルダー 2">
            <a:extLst>
              <a:ext uri="{FF2B5EF4-FFF2-40B4-BE49-F238E27FC236}">
                <a16:creationId xmlns:a16="http://schemas.microsoft.com/office/drawing/2014/main" xmlns="" id="{EE44E86E-9867-9949-9AE6-9F8F1DBDA83E}"/>
              </a:ext>
            </a:extLst>
          </p:cNvPr>
          <p:cNvSpPr>
            <a:spLocks noGrp="1"/>
          </p:cNvSpPr>
          <p:nvPr>
            <p:ph type="pic" idx="1" hasCustomPrompt="1"/>
          </p:nvPr>
        </p:nvSpPr>
        <p:spPr>
          <a:xfrm>
            <a:off x="4445876" y="1008993"/>
            <a:ext cx="7746124" cy="5108027"/>
          </a:xfrm>
        </p:spPr>
        <p:txBody>
          <a:bodyPr anchor="ctr">
            <a:normAutofit/>
          </a:bodyPr>
          <a:lstStyle>
            <a:lvl1pPr marL="0" indent="0" algn="ctr">
              <a:buNone/>
              <a:defRPr sz="6000" b="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画像</a:t>
            </a:r>
          </a:p>
        </p:txBody>
      </p:sp>
      <p:sp>
        <p:nvSpPr>
          <p:cNvPr id="14" name="テキスト プレースホルダー 3">
            <a:extLst>
              <a:ext uri="{FF2B5EF4-FFF2-40B4-BE49-F238E27FC236}">
                <a16:creationId xmlns:a16="http://schemas.microsoft.com/office/drawing/2014/main" xmlns="" id="{7D05870D-79A2-C64F-BEF4-5FD8EC1BF690}"/>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15" name="テキスト プレースホルダー 3">
            <a:extLst>
              <a:ext uri="{FF2B5EF4-FFF2-40B4-BE49-F238E27FC236}">
                <a16:creationId xmlns:a16="http://schemas.microsoft.com/office/drawing/2014/main" xmlns="" id="{6971AE13-B4FE-1347-BA5D-346098CF725E}"/>
              </a:ext>
            </a:extLst>
          </p:cNvPr>
          <p:cNvSpPr>
            <a:spLocks noGrp="1"/>
          </p:cNvSpPr>
          <p:nvPr>
            <p:ph type="body" sz="half" idx="2"/>
          </p:nvPr>
        </p:nvSpPr>
        <p:spPr>
          <a:xfrm>
            <a:off x="345802" y="998483"/>
            <a:ext cx="3795273" cy="5087006"/>
          </a:xfrm>
        </p:spPr>
        <p:txBody>
          <a:bodyPr/>
          <a:lstStyle>
            <a:lvl1pPr marL="0" indent="0">
              <a:lnSpc>
                <a:spcPct val="100000"/>
              </a:lnSpc>
              <a:buNone/>
              <a:defRPr sz="2000"/>
            </a:lvl1pPr>
            <a:lvl2pPr marL="457200" indent="0">
              <a:lnSpc>
                <a:spcPct val="100000"/>
              </a:lnSpc>
              <a:buNone/>
              <a:defRPr sz="1800"/>
            </a:lvl2pPr>
            <a:lvl3pPr marL="914400" indent="0">
              <a:lnSpc>
                <a:spcPct val="100000"/>
              </a:lnSpc>
              <a:buNone/>
              <a:defRPr sz="1600"/>
            </a:lvl3pPr>
            <a:lvl4pPr marL="1371600" indent="0">
              <a:lnSpc>
                <a:spcPct val="100000"/>
              </a:lnSpc>
              <a:buNone/>
              <a:defRPr sz="1400"/>
            </a:lvl4pPr>
            <a:lvl5pPr marL="1828800" indent="0">
              <a:lnSpc>
                <a:spcPct val="100000"/>
              </a:lnSpc>
              <a:buNone/>
              <a:defRPr sz="12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10" name="正方形/長方形 9">
            <a:extLst>
              <a:ext uri="{FF2B5EF4-FFF2-40B4-BE49-F238E27FC236}">
                <a16:creationId xmlns:a16="http://schemas.microsoft.com/office/drawing/2014/main" xmlns="" id="{95348E7F-5918-4BB0-9D7A-625B26168A32}"/>
              </a:ext>
            </a:extLst>
          </p:cNvPr>
          <p:cNvSpPr/>
          <p:nvPr userDrawn="1"/>
        </p:nvSpPr>
        <p:spPr>
          <a:xfrm>
            <a:off x="0" y="6426926"/>
            <a:ext cx="12192000" cy="4310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スライド番号プレースホルダー 6">
            <a:extLst>
              <a:ext uri="{FF2B5EF4-FFF2-40B4-BE49-F238E27FC236}">
                <a16:creationId xmlns:a16="http://schemas.microsoft.com/office/drawing/2014/main" xmlns="" id="{33AFD98F-EABC-40AE-9837-F47E112BB936}"/>
              </a:ext>
            </a:extLst>
          </p:cNvPr>
          <p:cNvSpPr>
            <a:spLocks noGrp="1"/>
          </p:cNvSpPr>
          <p:nvPr>
            <p:ph type="sldNum" sz="quarter" idx="12"/>
          </p:nvPr>
        </p:nvSpPr>
        <p:spPr>
          <a:xfrm>
            <a:off x="10922658" y="6037070"/>
            <a:ext cx="1164238" cy="365125"/>
          </a:xfrm>
          <a:prstGeom prst="rect">
            <a:avLst/>
          </a:prstGeom>
        </p:spPr>
        <p:txBody>
          <a:bodyPr anchor="ctr"/>
          <a:lstStyle>
            <a:lvl1pPr algn="r">
              <a:defRPr sz="1000">
                <a:solidFill>
                  <a:schemeClr val="tx1"/>
                </a:solidFill>
              </a:defRPr>
            </a:lvl1pPr>
          </a:lstStyle>
          <a:p>
            <a:fld id="{6C8F67FE-2B9A-CC4E-A2F4-02E44906EFCC}" type="slidenum">
              <a:rPr lang="ja-JP" altLang="en-US" smtClean="0"/>
              <a:pPr/>
              <a:t>‹#›</a:t>
            </a:fld>
            <a:endParaRPr lang="ja-JP" altLang="en-US"/>
          </a:p>
        </p:txBody>
      </p:sp>
      <p:pic>
        <p:nvPicPr>
          <p:cNvPr id="17" name="図 16">
            <a:extLst>
              <a:ext uri="{FF2B5EF4-FFF2-40B4-BE49-F238E27FC236}">
                <a16:creationId xmlns:a16="http://schemas.microsoft.com/office/drawing/2014/main" xmlns="" id="{85A17425-5186-4D66-B0DA-268EAB3F036D}"/>
              </a:ext>
            </a:extLst>
          </p:cNvPr>
          <p:cNvPicPr>
            <a:picLocks noChangeAspect="1"/>
          </p:cNvPicPr>
          <p:nvPr userDrawn="1"/>
        </p:nvPicPr>
        <p:blipFill>
          <a:blip r:embed="rId2"/>
          <a:stretch>
            <a:fillRect/>
          </a:stretch>
        </p:blipFill>
        <p:spPr>
          <a:xfrm>
            <a:off x="197100" y="6538169"/>
            <a:ext cx="903208" cy="208588"/>
          </a:xfrm>
          <a:prstGeom prst="rect">
            <a:avLst/>
          </a:prstGeom>
        </p:spPr>
      </p:pic>
      <p:pic>
        <p:nvPicPr>
          <p:cNvPr id="20" name="グラフィックス 19">
            <a:extLst>
              <a:ext uri="{FF2B5EF4-FFF2-40B4-BE49-F238E27FC236}">
                <a16:creationId xmlns:a16="http://schemas.microsoft.com/office/drawing/2014/main" xmlns="" id="{3F06B64D-0D75-43AF-BC43-BA72ECB67F57}"/>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922658" y="6515345"/>
            <a:ext cx="1157355" cy="256430"/>
          </a:xfrm>
          <a:prstGeom prst="rect">
            <a:avLst/>
          </a:prstGeom>
        </p:spPr>
      </p:pic>
    </p:spTree>
    <p:extLst>
      <p:ext uri="{BB962C8B-B14F-4D97-AF65-F5344CB8AC3E}">
        <p14:creationId xmlns:p14="http://schemas.microsoft.com/office/powerpoint/2010/main" val="1100439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タイトル付きの図３_下レイアウト">
    <p:spTree>
      <p:nvGrpSpPr>
        <p:cNvPr id="1" name=""/>
        <p:cNvGrpSpPr/>
        <p:nvPr/>
      </p:nvGrpSpPr>
      <p:grpSpPr>
        <a:xfrm>
          <a:off x="0" y="0"/>
          <a:ext cx="0" cy="0"/>
          <a:chOff x="0" y="0"/>
          <a:chExt cx="0" cy="0"/>
        </a:xfrm>
      </p:grpSpPr>
      <p:sp>
        <p:nvSpPr>
          <p:cNvPr id="9" name="図プレースホルダー 2">
            <a:extLst>
              <a:ext uri="{FF2B5EF4-FFF2-40B4-BE49-F238E27FC236}">
                <a16:creationId xmlns:a16="http://schemas.microsoft.com/office/drawing/2014/main" xmlns="" id="{0AB56CFB-B6E8-C346-99AB-A5373EAE923A}"/>
              </a:ext>
            </a:extLst>
          </p:cNvPr>
          <p:cNvSpPr>
            <a:spLocks noGrp="1"/>
          </p:cNvSpPr>
          <p:nvPr>
            <p:ph type="pic" idx="13" hasCustomPrompt="1"/>
          </p:nvPr>
        </p:nvSpPr>
        <p:spPr>
          <a:xfrm>
            <a:off x="283780" y="1008993"/>
            <a:ext cx="5507420" cy="5108027"/>
          </a:xfrm>
        </p:spPr>
        <p:txBody>
          <a:bodyPr anchor="ctr">
            <a:normAutofit/>
          </a:bodyPr>
          <a:lstStyle>
            <a:lvl1pPr marL="0" indent="0" algn="ctr">
              <a:buNone/>
              <a:defRPr sz="6000" b="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画像</a:t>
            </a:r>
          </a:p>
        </p:txBody>
      </p:sp>
      <p:sp>
        <p:nvSpPr>
          <p:cNvPr id="15" name="テキスト プレースホルダー 3">
            <a:extLst>
              <a:ext uri="{FF2B5EF4-FFF2-40B4-BE49-F238E27FC236}">
                <a16:creationId xmlns:a16="http://schemas.microsoft.com/office/drawing/2014/main" xmlns="" id="{E0A7B939-AC1C-8E45-9002-A4316C1BF4E7}"/>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16" name="テキスト プレースホルダー 3">
            <a:extLst>
              <a:ext uri="{FF2B5EF4-FFF2-40B4-BE49-F238E27FC236}">
                <a16:creationId xmlns:a16="http://schemas.microsoft.com/office/drawing/2014/main" xmlns="" id="{C1C5C69D-4C13-2140-B8D0-E80CC2210BBA}"/>
              </a:ext>
            </a:extLst>
          </p:cNvPr>
          <p:cNvSpPr>
            <a:spLocks noGrp="1"/>
          </p:cNvSpPr>
          <p:nvPr>
            <p:ph type="body" sz="half" idx="15"/>
          </p:nvPr>
        </p:nvSpPr>
        <p:spPr>
          <a:xfrm>
            <a:off x="5938345" y="998483"/>
            <a:ext cx="5917323" cy="5087006"/>
          </a:xfrm>
        </p:spPr>
        <p:txBody>
          <a:bodyPr/>
          <a:lstStyle>
            <a:lvl1pPr marL="0" indent="0">
              <a:lnSpc>
                <a:spcPct val="100000"/>
              </a:lnSpc>
              <a:buNone/>
              <a:defRPr sz="2400"/>
            </a:lvl1pPr>
            <a:lvl2pPr marL="457200" indent="0">
              <a:lnSpc>
                <a:spcPct val="100000"/>
              </a:lnSpc>
              <a:buNone/>
              <a:defRPr sz="2000"/>
            </a:lvl2pPr>
            <a:lvl3pPr marL="914400" indent="0">
              <a:lnSpc>
                <a:spcPct val="100000"/>
              </a:lnSpc>
              <a:buNone/>
              <a:defRPr sz="1800"/>
            </a:lvl3pPr>
            <a:lvl4pPr marL="1371600" indent="0">
              <a:lnSpc>
                <a:spcPct val="100000"/>
              </a:lnSpc>
              <a:buNone/>
              <a:defRPr sz="1600"/>
            </a:lvl4pPr>
            <a:lvl5pPr marL="1828800" indent="0">
              <a:lnSpc>
                <a:spcPct val="100000"/>
              </a:lnSpc>
              <a:buNone/>
              <a:defRPr sz="14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10" name="正方形/長方形 9">
            <a:extLst>
              <a:ext uri="{FF2B5EF4-FFF2-40B4-BE49-F238E27FC236}">
                <a16:creationId xmlns:a16="http://schemas.microsoft.com/office/drawing/2014/main" xmlns="" id="{B9F6DE3E-9D30-4985-BCE5-ECE5B9935F3C}"/>
              </a:ext>
            </a:extLst>
          </p:cNvPr>
          <p:cNvSpPr/>
          <p:nvPr userDrawn="1"/>
        </p:nvSpPr>
        <p:spPr>
          <a:xfrm>
            <a:off x="0" y="6426926"/>
            <a:ext cx="12192000" cy="4310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スライド番号プレースホルダー 6">
            <a:extLst>
              <a:ext uri="{FF2B5EF4-FFF2-40B4-BE49-F238E27FC236}">
                <a16:creationId xmlns:a16="http://schemas.microsoft.com/office/drawing/2014/main" xmlns="" id="{717B05D1-4948-4703-9F2D-CE982F9B1D4D}"/>
              </a:ext>
            </a:extLst>
          </p:cNvPr>
          <p:cNvSpPr>
            <a:spLocks noGrp="1"/>
          </p:cNvSpPr>
          <p:nvPr>
            <p:ph type="sldNum" sz="quarter" idx="12"/>
          </p:nvPr>
        </p:nvSpPr>
        <p:spPr>
          <a:xfrm>
            <a:off x="10922658" y="6037070"/>
            <a:ext cx="1164238" cy="365125"/>
          </a:xfrm>
          <a:prstGeom prst="rect">
            <a:avLst/>
          </a:prstGeom>
        </p:spPr>
        <p:txBody>
          <a:bodyPr anchor="ctr"/>
          <a:lstStyle>
            <a:lvl1pPr algn="r">
              <a:defRPr sz="1000">
                <a:solidFill>
                  <a:schemeClr val="tx1"/>
                </a:solidFill>
              </a:defRPr>
            </a:lvl1pPr>
          </a:lstStyle>
          <a:p>
            <a:fld id="{6C8F67FE-2B9A-CC4E-A2F4-02E44906EFCC}" type="slidenum">
              <a:rPr lang="ja-JP" altLang="en-US" smtClean="0"/>
              <a:pPr/>
              <a:t>‹#›</a:t>
            </a:fld>
            <a:endParaRPr lang="ja-JP" altLang="en-US"/>
          </a:p>
        </p:txBody>
      </p:sp>
      <p:pic>
        <p:nvPicPr>
          <p:cNvPr id="17" name="図 16">
            <a:extLst>
              <a:ext uri="{FF2B5EF4-FFF2-40B4-BE49-F238E27FC236}">
                <a16:creationId xmlns:a16="http://schemas.microsoft.com/office/drawing/2014/main" xmlns="" id="{43060B50-E087-4408-B7C3-88229AA821F4}"/>
              </a:ext>
            </a:extLst>
          </p:cNvPr>
          <p:cNvPicPr>
            <a:picLocks noChangeAspect="1"/>
          </p:cNvPicPr>
          <p:nvPr userDrawn="1"/>
        </p:nvPicPr>
        <p:blipFill>
          <a:blip r:embed="rId2"/>
          <a:stretch>
            <a:fillRect/>
          </a:stretch>
        </p:blipFill>
        <p:spPr>
          <a:xfrm>
            <a:off x="197100" y="6538169"/>
            <a:ext cx="903208" cy="208588"/>
          </a:xfrm>
          <a:prstGeom prst="rect">
            <a:avLst/>
          </a:prstGeom>
        </p:spPr>
      </p:pic>
      <p:pic>
        <p:nvPicPr>
          <p:cNvPr id="18" name="グラフィックス 17">
            <a:extLst>
              <a:ext uri="{FF2B5EF4-FFF2-40B4-BE49-F238E27FC236}">
                <a16:creationId xmlns:a16="http://schemas.microsoft.com/office/drawing/2014/main" xmlns="" id="{4A4C5953-2A29-4FE5-A3EA-0EB19C967EF0}"/>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922658" y="6515345"/>
            <a:ext cx="1157355" cy="256430"/>
          </a:xfrm>
          <a:prstGeom prst="rect">
            <a:avLst/>
          </a:prstGeom>
        </p:spPr>
      </p:pic>
    </p:spTree>
    <p:extLst>
      <p:ext uri="{BB962C8B-B14F-4D97-AF65-F5344CB8AC3E}">
        <p14:creationId xmlns:p14="http://schemas.microsoft.com/office/powerpoint/2010/main" val="41300839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タイトル付きの図４_下レイアウト">
    <p:spTree>
      <p:nvGrpSpPr>
        <p:cNvPr id="1" name=""/>
        <p:cNvGrpSpPr/>
        <p:nvPr/>
      </p:nvGrpSpPr>
      <p:grpSpPr>
        <a:xfrm>
          <a:off x="0" y="0"/>
          <a:ext cx="0" cy="0"/>
          <a:chOff x="0" y="0"/>
          <a:chExt cx="0" cy="0"/>
        </a:xfrm>
      </p:grpSpPr>
      <p:sp>
        <p:nvSpPr>
          <p:cNvPr id="15" name="テキスト プレースホルダー 3">
            <a:extLst>
              <a:ext uri="{FF2B5EF4-FFF2-40B4-BE49-F238E27FC236}">
                <a16:creationId xmlns:a16="http://schemas.microsoft.com/office/drawing/2014/main" xmlns="" id="{E0A7B939-AC1C-8E45-9002-A4316C1BF4E7}"/>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3" name="表プレースホルダー 2">
            <a:extLst>
              <a:ext uri="{FF2B5EF4-FFF2-40B4-BE49-F238E27FC236}">
                <a16:creationId xmlns:a16="http://schemas.microsoft.com/office/drawing/2014/main" xmlns="" id="{26A96305-30DD-E140-B5FD-DA7BD048EDA3}"/>
              </a:ext>
            </a:extLst>
          </p:cNvPr>
          <p:cNvSpPr>
            <a:spLocks noGrp="1"/>
          </p:cNvSpPr>
          <p:nvPr>
            <p:ph type="tbl" sz="quarter" idx="15"/>
          </p:nvPr>
        </p:nvSpPr>
        <p:spPr>
          <a:xfrm>
            <a:off x="283779" y="1008335"/>
            <a:ext cx="11571890" cy="5119195"/>
          </a:xfrm>
        </p:spPr>
        <p:txBody>
          <a:bodyPr>
            <a:normAutofit/>
          </a:bodyPr>
          <a:lstStyle>
            <a:lvl1pPr marL="0" indent="0" algn="ctr">
              <a:buNone/>
              <a:defRPr sz="6000" b="0"/>
            </a:lvl1pPr>
          </a:lstStyle>
          <a:p>
            <a:r>
              <a:rPr kumimoji="1" lang="ja-JP" altLang="en-US"/>
              <a:t>表</a:t>
            </a:r>
          </a:p>
        </p:txBody>
      </p:sp>
      <p:sp>
        <p:nvSpPr>
          <p:cNvPr id="12" name="正方形/長方形 11">
            <a:extLst>
              <a:ext uri="{FF2B5EF4-FFF2-40B4-BE49-F238E27FC236}">
                <a16:creationId xmlns:a16="http://schemas.microsoft.com/office/drawing/2014/main" xmlns="" id="{1C42771B-98B0-44A4-89AE-6B6D80132993}"/>
              </a:ext>
            </a:extLst>
          </p:cNvPr>
          <p:cNvSpPr/>
          <p:nvPr userDrawn="1"/>
        </p:nvSpPr>
        <p:spPr>
          <a:xfrm>
            <a:off x="0" y="6426926"/>
            <a:ext cx="12192000" cy="4310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スライド番号プレースホルダー 6">
            <a:extLst>
              <a:ext uri="{FF2B5EF4-FFF2-40B4-BE49-F238E27FC236}">
                <a16:creationId xmlns:a16="http://schemas.microsoft.com/office/drawing/2014/main" xmlns="" id="{7CE17958-9473-4DDB-8662-B5DECADA83C4}"/>
              </a:ext>
            </a:extLst>
          </p:cNvPr>
          <p:cNvSpPr>
            <a:spLocks noGrp="1"/>
          </p:cNvSpPr>
          <p:nvPr>
            <p:ph type="sldNum" sz="quarter" idx="12"/>
          </p:nvPr>
        </p:nvSpPr>
        <p:spPr>
          <a:xfrm>
            <a:off x="10922658" y="6037070"/>
            <a:ext cx="1164238" cy="365125"/>
          </a:xfrm>
          <a:prstGeom prst="rect">
            <a:avLst/>
          </a:prstGeom>
        </p:spPr>
        <p:txBody>
          <a:bodyPr anchor="ctr"/>
          <a:lstStyle>
            <a:lvl1pPr algn="r">
              <a:defRPr sz="1000">
                <a:solidFill>
                  <a:schemeClr val="tx1"/>
                </a:solidFill>
              </a:defRPr>
            </a:lvl1pPr>
          </a:lstStyle>
          <a:p>
            <a:fld id="{6C8F67FE-2B9A-CC4E-A2F4-02E44906EFCC}" type="slidenum">
              <a:rPr lang="ja-JP" altLang="en-US" smtClean="0"/>
              <a:pPr/>
              <a:t>‹#›</a:t>
            </a:fld>
            <a:endParaRPr lang="ja-JP" altLang="en-US"/>
          </a:p>
        </p:txBody>
      </p:sp>
      <p:pic>
        <p:nvPicPr>
          <p:cNvPr id="14" name="図 13">
            <a:extLst>
              <a:ext uri="{FF2B5EF4-FFF2-40B4-BE49-F238E27FC236}">
                <a16:creationId xmlns:a16="http://schemas.microsoft.com/office/drawing/2014/main" xmlns="" id="{E544B016-F139-4C13-A977-04EE913965E7}"/>
              </a:ext>
            </a:extLst>
          </p:cNvPr>
          <p:cNvPicPr>
            <a:picLocks noChangeAspect="1"/>
          </p:cNvPicPr>
          <p:nvPr userDrawn="1"/>
        </p:nvPicPr>
        <p:blipFill>
          <a:blip r:embed="rId2"/>
          <a:stretch>
            <a:fillRect/>
          </a:stretch>
        </p:blipFill>
        <p:spPr>
          <a:xfrm>
            <a:off x="197100" y="6538169"/>
            <a:ext cx="903208" cy="208588"/>
          </a:xfrm>
          <a:prstGeom prst="rect">
            <a:avLst/>
          </a:prstGeom>
        </p:spPr>
      </p:pic>
      <p:pic>
        <p:nvPicPr>
          <p:cNvPr id="16" name="グラフィックス 15">
            <a:extLst>
              <a:ext uri="{FF2B5EF4-FFF2-40B4-BE49-F238E27FC236}">
                <a16:creationId xmlns:a16="http://schemas.microsoft.com/office/drawing/2014/main" xmlns="" id="{8BDF0F34-A680-43D0-88F3-09591BEA4055}"/>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922658" y="6515345"/>
            <a:ext cx="1157355" cy="256430"/>
          </a:xfrm>
          <a:prstGeom prst="rect">
            <a:avLst/>
          </a:prstGeom>
        </p:spPr>
      </p:pic>
    </p:spTree>
    <p:extLst>
      <p:ext uri="{BB962C8B-B14F-4D97-AF65-F5344CB8AC3E}">
        <p14:creationId xmlns:p14="http://schemas.microsoft.com/office/powerpoint/2010/main" val="20535256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タイトル付きの図５_下レイアウト">
    <p:spTree>
      <p:nvGrpSpPr>
        <p:cNvPr id="1" name=""/>
        <p:cNvGrpSpPr/>
        <p:nvPr/>
      </p:nvGrpSpPr>
      <p:grpSpPr>
        <a:xfrm>
          <a:off x="0" y="0"/>
          <a:ext cx="0" cy="0"/>
          <a:chOff x="0" y="0"/>
          <a:chExt cx="0" cy="0"/>
        </a:xfrm>
      </p:grpSpPr>
      <p:sp>
        <p:nvSpPr>
          <p:cNvPr id="9" name="図プレースホルダー 2">
            <a:extLst>
              <a:ext uri="{FF2B5EF4-FFF2-40B4-BE49-F238E27FC236}">
                <a16:creationId xmlns:a16="http://schemas.microsoft.com/office/drawing/2014/main" xmlns="" id="{0AB56CFB-B6E8-C346-99AB-A5373EAE923A}"/>
              </a:ext>
            </a:extLst>
          </p:cNvPr>
          <p:cNvSpPr>
            <a:spLocks noGrp="1"/>
          </p:cNvSpPr>
          <p:nvPr>
            <p:ph type="pic" idx="13" hasCustomPrompt="1"/>
          </p:nvPr>
        </p:nvSpPr>
        <p:spPr>
          <a:xfrm>
            <a:off x="283779" y="1008994"/>
            <a:ext cx="11582399" cy="4803228"/>
          </a:xfrm>
        </p:spPr>
        <p:txBody>
          <a:bodyPr anchor="ctr">
            <a:normAutofit/>
          </a:bodyPr>
          <a:lstStyle>
            <a:lvl1pPr marL="0" indent="0" algn="ctr">
              <a:buNone/>
              <a:defRPr sz="6000" b="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画像</a:t>
            </a:r>
          </a:p>
        </p:txBody>
      </p:sp>
      <p:sp>
        <p:nvSpPr>
          <p:cNvPr id="15" name="テキスト プレースホルダー 3">
            <a:extLst>
              <a:ext uri="{FF2B5EF4-FFF2-40B4-BE49-F238E27FC236}">
                <a16:creationId xmlns:a16="http://schemas.microsoft.com/office/drawing/2014/main" xmlns="" id="{E0A7B939-AC1C-8E45-9002-A4316C1BF4E7}"/>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16" name="テキスト プレースホルダー 3">
            <a:extLst>
              <a:ext uri="{FF2B5EF4-FFF2-40B4-BE49-F238E27FC236}">
                <a16:creationId xmlns:a16="http://schemas.microsoft.com/office/drawing/2014/main" xmlns="" id="{C1C5C69D-4C13-2140-B8D0-E80CC2210BBA}"/>
              </a:ext>
            </a:extLst>
          </p:cNvPr>
          <p:cNvSpPr>
            <a:spLocks noGrp="1"/>
          </p:cNvSpPr>
          <p:nvPr>
            <p:ph type="body" sz="half" idx="15"/>
          </p:nvPr>
        </p:nvSpPr>
        <p:spPr>
          <a:xfrm>
            <a:off x="273269" y="5927833"/>
            <a:ext cx="11592910" cy="430106"/>
          </a:xfrm>
        </p:spPr>
        <p:txBody>
          <a:bodyPr anchor="ctr">
            <a:normAutofit/>
          </a:bodyPr>
          <a:lstStyle>
            <a:lvl1pPr marL="0" indent="0" algn="ctr">
              <a:lnSpc>
                <a:spcPct val="100000"/>
              </a:lnSpc>
              <a:buNone/>
              <a:defRPr sz="1800"/>
            </a:lvl1pPr>
            <a:lvl2pPr marL="457200" indent="0">
              <a:lnSpc>
                <a:spcPct val="100000"/>
              </a:lnSpc>
              <a:buNone/>
              <a:defRPr sz="2000"/>
            </a:lvl2pPr>
            <a:lvl3pPr marL="914400" indent="0">
              <a:lnSpc>
                <a:spcPct val="100000"/>
              </a:lnSpc>
              <a:buNone/>
              <a:defRPr sz="1800"/>
            </a:lvl3pPr>
            <a:lvl4pPr marL="1371600" indent="0">
              <a:lnSpc>
                <a:spcPct val="100000"/>
              </a:lnSpc>
              <a:buNone/>
              <a:defRPr sz="1600"/>
            </a:lvl4pPr>
            <a:lvl5pPr marL="1828800" indent="0">
              <a:lnSpc>
                <a:spcPct val="100000"/>
              </a:lnSpc>
              <a:buNone/>
              <a:defRPr sz="14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p>
        </p:txBody>
      </p:sp>
      <p:sp>
        <p:nvSpPr>
          <p:cNvPr id="12" name="正方形/長方形 11">
            <a:extLst>
              <a:ext uri="{FF2B5EF4-FFF2-40B4-BE49-F238E27FC236}">
                <a16:creationId xmlns:a16="http://schemas.microsoft.com/office/drawing/2014/main" xmlns="" id="{CFC53C2D-A321-4393-B547-503D56522D99}"/>
              </a:ext>
            </a:extLst>
          </p:cNvPr>
          <p:cNvSpPr/>
          <p:nvPr userDrawn="1"/>
        </p:nvSpPr>
        <p:spPr>
          <a:xfrm>
            <a:off x="0" y="6426926"/>
            <a:ext cx="12192000" cy="4310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スライド番号プレースホルダー 6">
            <a:extLst>
              <a:ext uri="{FF2B5EF4-FFF2-40B4-BE49-F238E27FC236}">
                <a16:creationId xmlns:a16="http://schemas.microsoft.com/office/drawing/2014/main" xmlns="" id="{185B6E0A-9F1B-4516-B26E-DB1D8F521A3F}"/>
              </a:ext>
            </a:extLst>
          </p:cNvPr>
          <p:cNvSpPr>
            <a:spLocks noGrp="1"/>
          </p:cNvSpPr>
          <p:nvPr>
            <p:ph type="sldNum" sz="quarter" idx="12"/>
          </p:nvPr>
        </p:nvSpPr>
        <p:spPr>
          <a:xfrm>
            <a:off x="10922658" y="6037070"/>
            <a:ext cx="1164238" cy="365125"/>
          </a:xfrm>
          <a:prstGeom prst="rect">
            <a:avLst/>
          </a:prstGeom>
        </p:spPr>
        <p:txBody>
          <a:bodyPr anchor="ctr"/>
          <a:lstStyle>
            <a:lvl1pPr algn="r">
              <a:defRPr sz="1000">
                <a:solidFill>
                  <a:schemeClr val="tx1"/>
                </a:solidFill>
              </a:defRPr>
            </a:lvl1pPr>
          </a:lstStyle>
          <a:p>
            <a:fld id="{6C8F67FE-2B9A-CC4E-A2F4-02E44906EFCC}" type="slidenum">
              <a:rPr lang="ja-JP" altLang="en-US" smtClean="0"/>
              <a:pPr/>
              <a:t>‹#›</a:t>
            </a:fld>
            <a:endParaRPr lang="ja-JP" altLang="en-US"/>
          </a:p>
        </p:txBody>
      </p:sp>
      <p:pic>
        <p:nvPicPr>
          <p:cNvPr id="14" name="図 13">
            <a:extLst>
              <a:ext uri="{FF2B5EF4-FFF2-40B4-BE49-F238E27FC236}">
                <a16:creationId xmlns:a16="http://schemas.microsoft.com/office/drawing/2014/main" xmlns="" id="{B10E7E1A-0C1D-4DC3-A33E-C743345F0A92}"/>
              </a:ext>
            </a:extLst>
          </p:cNvPr>
          <p:cNvPicPr>
            <a:picLocks noChangeAspect="1"/>
          </p:cNvPicPr>
          <p:nvPr userDrawn="1"/>
        </p:nvPicPr>
        <p:blipFill>
          <a:blip r:embed="rId2"/>
          <a:stretch>
            <a:fillRect/>
          </a:stretch>
        </p:blipFill>
        <p:spPr>
          <a:xfrm>
            <a:off x="197100" y="6538169"/>
            <a:ext cx="903208" cy="208588"/>
          </a:xfrm>
          <a:prstGeom prst="rect">
            <a:avLst/>
          </a:prstGeom>
        </p:spPr>
      </p:pic>
      <p:pic>
        <p:nvPicPr>
          <p:cNvPr id="19" name="グラフィックス 18">
            <a:extLst>
              <a:ext uri="{FF2B5EF4-FFF2-40B4-BE49-F238E27FC236}">
                <a16:creationId xmlns:a16="http://schemas.microsoft.com/office/drawing/2014/main" xmlns="" id="{989EB7B4-BB74-41D2-8EAD-F3972158CA6A}"/>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922658" y="6515345"/>
            <a:ext cx="1157355" cy="256430"/>
          </a:xfrm>
          <a:prstGeom prst="rect">
            <a:avLst/>
          </a:prstGeom>
        </p:spPr>
      </p:pic>
    </p:spTree>
    <p:extLst>
      <p:ext uri="{BB962C8B-B14F-4D97-AF65-F5344CB8AC3E}">
        <p14:creationId xmlns:p14="http://schemas.microsoft.com/office/powerpoint/2010/main" val="19630296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_左上レイアウト">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xmlns="" id="{018D4119-A415-944E-A597-2FE4321CCBAD}"/>
              </a:ext>
            </a:extLst>
          </p:cNvPr>
          <p:cNvSpPr/>
          <p:nvPr userDrawn="1"/>
        </p:nvSpPr>
        <p:spPr>
          <a:xfrm>
            <a:off x="0" y="-6857"/>
            <a:ext cx="12192000" cy="4310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スライド番号プレースホルダー 6">
            <a:extLst>
              <a:ext uri="{FF2B5EF4-FFF2-40B4-BE49-F238E27FC236}">
                <a16:creationId xmlns:a16="http://schemas.microsoft.com/office/drawing/2014/main" xmlns="" id="{486C694B-01E7-7F41-B47F-06E62FAFCA74}"/>
              </a:ext>
            </a:extLst>
          </p:cNvPr>
          <p:cNvSpPr>
            <a:spLocks noGrp="1"/>
          </p:cNvSpPr>
          <p:nvPr>
            <p:ph type="sldNum" sz="quarter" idx="12"/>
          </p:nvPr>
        </p:nvSpPr>
        <p:spPr>
          <a:xfrm>
            <a:off x="9343696" y="6492875"/>
            <a:ext cx="2743200" cy="365125"/>
          </a:xfrm>
          <a:prstGeom prst="rect">
            <a:avLst/>
          </a:prstGeom>
        </p:spPr>
        <p:txBody>
          <a:bodyPr anchor="ctr"/>
          <a:lstStyle>
            <a:lvl1pPr algn="r">
              <a:defRPr sz="1000">
                <a:solidFill>
                  <a:schemeClr val="tx1"/>
                </a:solidFill>
              </a:defRPr>
            </a:lvl1pPr>
          </a:lstStyle>
          <a:p>
            <a:fld id="{6C8F67FE-2B9A-CC4E-A2F4-02E44906EFCC}" type="slidenum">
              <a:rPr lang="ja-JP" altLang="en-US" smtClean="0"/>
              <a:pPr/>
              <a:t>‹#›</a:t>
            </a:fld>
            <a:endParaRPr lang="ja-JP" altLang="en-US"/>
          </a:p>
        </p:txBody>
      </p:sp>
      <p:pic>
        <p:nvPicPr>
          <p:cNvPr id="13" name="図 12">
            <a:extLst>
              <a:ext uri="{FF2B5EF4-FFF2-40B4-BE49-F238E27FC236}">
                <a16:creationId xmlns:a16="http://schemas.microsoft.com/office/drawing/2014/main" xmlns="" id="{740B0851-6975-4BF8-B640-B0FDDD626552}"/>
              </a:ext>
            </a:extLst>
          </p:cNvPr>
          <p:cNvPicPr>
            <a:picLocks noChangeAspect="1"/>
          </p:cNvPicPr>
          <p:nvPr userDrawn="1"/>
        </p:nvPicPr>
        <p:blipFill>
          <a:blip r:embed="rId2"/>
          <a:stretch>
            <a:fillRect/>
          </a:stretch>
        </p:blipFill>
        <p:spPr>
          <a:xfrm>
            <a:off x="213946" y="124731"/>
            <a:ext cx="839715" cy="193925"/>
          </a:xfrm>
          <a:prstGeom prst="rect">
            <a:avLst/>
          </a:prstGeom>
        </p:spPr>
      </p:pic>
      <p:pic>
        <p:nvPicPr>
          <p:cNvPr id="15" name="グラフィックス 14">
            <a:extLst>
              <a:ext uri="{FF2B5EF4-FFF2-40B4-BE49-F238E27FC236}">
                <a16:creationId xmlns:a16="http://schemas.microsoft.com/office/drawing/2014/main" xmlns="" id="{D776025B-CE6B-46DC-84E9-2C63AF07FF4A}"/>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934142" y="87128"/>
            <a:ext cx="1157355" cy="256430"/>
          </a:xfrm>
          <a:prstGeom prst="rect">
            <a:avLst/>
          </a:prstGeom>
        </p:spPr>
      </p:pic>
    </p:spTree>
    <p:extLst>
      <p:ext uri="{BB962C8B-B14F-4D97-AF65-F5344CB8AC3E}">
        <p14:creationId xmlns:p14="http://schemas.microsoft.com/office/powerpoint/2010/main" val="19558118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白紙_右上レイアウト">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xmlns="" id="{776A064A-289B-4898-B677-3F1D6D9BF9C1}"/>
              </a:ext>
            </a:extLst>
          </p:cNvPr>
          <p:cNvSpPr/>
          <p:nvPr userDrawn="1"/>
        </p:nvSpPr>
        <p:spPr>
          <a:xfrm>
            <a:off x="0" y="-6857"/>
            <a:ext cx="12192000" cy="4310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4" name="図 13">
            <a:extLst>
              <a:ext uri="{FF2B5EF4-FFF2-40B4-BE49-F238E27FC236}">
                <a16:creationId xmlns:a16="http://schemas.microsoft.com/office/drawing/2014/main" xmlns="" id="{B85B5E64-BBCC-45BC-9450-610E9AF30182}"/>
              </a:ext>
            </a:extLst>
          </p:cNvPr>
          <p:cNvPicPr>
            <a:picLocks noChangeAspect="1"/>
          </p:cNvPicPr>
          <p:nvPr userDrawn="1"/>
        </p:nvPicPr>
        <p:blipFill>
          <a:blip r:embed="rId2"/>
          <a:stretch>
            <a:fillRect/>
          </a:stretch>
        </p:blipFill>
        <p:spPr>
          <a:xfrm>
            <a:off x="11186746" y="120357"/>
            <a:ext cx="839715" cy="193925"/>
          </a:xfrm>
          <a:prstGeom prst="rect">
            <a:avLst/>
          </a:prstGeom>
        </p:spPr>
      </p:pic>
      <p:sp>
        <p:nvSpPr>
          <p:cNvPr id="16" name="スライド番号プレースホルダー 6">
            <a:extLst>
              <a:ext uri="{FF2B5EF4-FFF2-40B4-BE49-F238E27FC236}">
                <a16:creationId xmlns:a16="http://schemas.microsoft.com/office/drawing/2014/main" xmlns="" id="{1E15430D-F55E-4C1A-BD01-4E9B43D054FC}"/>
              </a:ext>
            </a:extLst>
          </p:cNvPr>
          <p:cNvSpPr>
            <a:spLocks noGrp="1"/>
          </p:cNvSpPr>
          <p:nvPr>
            <p:ph type="sldNum" sz="quarter" idx="12"/>
          </p:nvPr>
        </p:nvSpPr>
        <p:spPr>
          <a:xfrm>
            <a:off x="9343696" y="6492875"/>
            <a:ext cx="2743200" cy="365125"/>
          </a:xfrm>
          <a:prstGeom prst="rect">
            <a:avLst/>
          </a:prstGeom>
        </p:spPr>
        <p:txBody>
          <a:bodyPr anchor="ctr"/>
          <a:lstStyle>
            <a:lvl1pPr algn="r">
              <a:defRPr sz="1000">
                <a:solidFill>
                  <a:schemeClr val="tx1"/>
                </a:solidFill>
              </a:defRPr>
            </a:lvl1pPr>
          </a:lstStyle>
          <a:p>
            <a:fld id="{6C8F67FE-2B9A-CC4E-A2F4-02E44906EFCC}" type="slidenum">
              <a:rPr lang="ja-JP" altLang="en-US" smtClean="0"/>
              <a:pPr/>
              <a:t>‹#›</a:t>
            </a:fld>
            <a:endParaRPr lang="ja-JP" altLang="en-US"/>
          </a:p>
        </p:txBody>
      </p:sp>
      <p:pic>
        <p:nvPicPr>
          <p:cNvPr id="7" name="グラフィックス 6">
            <a:extLst>
              <a:ext uri="{FF2B5EF4-FFF2-40B4-BE49-F238E27FC236}">
                <a16:creationId xmlns:a16="http://schemas.microsoft.com/office/drawing/2014/main" xmlns="" id="{658363A1-090E-4EB8-8375-A7543D9257A0}"/>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5104" y="82754"/>
            <a:ext cx="1157355" cy="256430"/>
          </a:xfrm>
          <a:prstGeom prst="rect">
            <a:avLst/>
          </a:prstGeom>
        </p:spPr>
      </p:pic>
    </p:spTree>
    <p:extLst>
      <p:ext uri="{BB962C8B-B14F-4D97-AF65-F5344CB8AC3E}">
        <p14:creationId xmlns:p14="http://schemas.microsoft.com/office/powerpoint/2010/main" val="32902181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タイトル付きの図">
    <p:spTree>
      <p:nvGrpSpPr>
        <p:cNvPr id="1" name=""/>
        <p:cNvGrpSpPr/>
        <p:nvPr/>
      </p:nvGrpSpPr>
      <p:grpSpPr>
        <a:xfrm>
          <a:off x="0" y="0"/>
          <a:ext cx="0" cy="0"/>
          <a:chOff x="0" y="0"/>
          <a:chExt cx="0" cy="0"/>
        </a:xfrm>
      </p:grpSpPr>
      <p:sp>
        <p:nvSpPr>
          <p:cNvPr id="9" name="図プレースホルダー 2">
            <a:extLst>
              <a:ext uri="{FF2B5EF4-FFF2-40B4-BE49-F238E27FC236}">
                <a16:creationId xmlns:a16="http://schemas.microsoft.com/office/drawing/2014/main" xmlns="" id="{0AB56CFB-B6E8-C346-99AB-A5373EAE923A}"/>
              </a:ext>
            </a:extLst>
          </p:cNvPr>
          <p:cNvSpPr>
            <a:spLocks noGrp="1"/>
          </p:cNvSpPr>
          <p:nvPr>
            <p:ph type="pic" idx="13" hasCustomPrompt="1"/>
          </p:nvPr>
        </p:nvSpPr>
        <p:spPr>
          <a:xfrm>
            <a:off x="0" y="1008993"/>
            <a:ext cx="12191999" cy="5055475"/>
          </a:xfrm>
        </p:spPr>
        <p:txBody>
          <a:bodyPr anchor="ctr">
            <a:normAutofit/>
          </a:bodyPr>
          <a:lstStyle>
            <a:lvl1pPr marL="0" indent="0" algn="ctr">
              <a:buNone/>
              <a:defRPr sz="6000" b="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画像</a:t>
            </a:r>
          </a:p>
        </p:txBody>
      </p:sp>
      <p:sp>
        <p:nvSpPr>
          <p:cNvPr id="15" name="テキスト プレースホルダー 3">
            <a:extLst>
              <a:ext uri="{FF2B5EF4-FFF2-40B4-BE49-F238E27FC236}">
                <a16:creationId xmlns:a16="http://schemas.microsoft.com/office/drawing/2014/main" xmlns="" id="{E0A7B939-AC1C-8E45-9002-A4316C1BF4E7}"/>
              </a:ext>
            </a:extLst>
          </p:cNvPr>
          <p:cNvSpPr>
            <a:spLocks noGrp="1"/>
          </p:cNvSpPr>
          <p:nvPr>
            <p:ph type="body" sz="half" idx="14" hasCustomPrompt="1"/>
          </p:nvPr>
        </p:nvSpPr>
        <p:spPr>
          <a:xfrm>
            <a:off x="282739" y="258645"/>
            <a:ext cx="10160058" cy="46657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16" name="テキスト プレースホルダー 3">
            <a:extLst>
              <a:ext uri="{FF2B5EF4-FFF2-40B4-BE49-F238E27FC236}">
                <a16:creationId xmlns:a16="http://schemas.microsoft.com/office/drawing/2014/main" xmlns="" id="{C1C5C69D-4C13-2140-B8D0-E80CC2210BBA}"/>
              </a:ext>
            </a:extLst>
          </p:cNvPr>
          <p:cNvSpPr>
            <a:spLocks noGrp="1"/>
          </p:cNvSpPr>
          <p:nvPr>
            <p:ph type="body" sz="half" idx="15"/>
          </p:nvPr>
        </p:nvSpPr>
        <p:spPr>
          <a:xfrm>
            <a:off x="273269" y="6243142"/>
            <a:ext cx="11592910" cy="504497"/>
          </a:xfrm>
        </p:spPr>
        <p:txBody>
          <a:bodyPr anchor="ctr">
            <a:normAutofit/>
          </a:bodyPr>
          <a:lstStyle>
            <a:lvl1pPr marL="0" indent="0" algn="ctr">
              <a:lnSpc>
                <a:spcPct val="100000"/>
              </a:lnSpc>
              <a:buNone/>
              <a:defRPr sz="2000"/>
            </a:lvl1pPr>
            <a:lvl2pPr marL="457200" indent="0">
              <a:lnSpc>
                <a:spcPct val="100000"/>
              </a:lnSpc>
              <a:buNone/>
              <a:defRPr sz="2000"/>
            </a:lvl2pPr>
            <a:lvl3pPr marL="914400" indent="0">
              <a:lnSpc>
                <a:spcPct val="100000"/>
              </a:lnSpc>
              <a:buNone/>
              <a:defRPr sz="1800"/>
            </a:lvl3pPr>
            <a:lvl4pPr marL="1371600" indent="0">
              <a:lnSpc>
                <a:spcPct val="100000"/>
              </a:lnSpc>
              <a:buNone/>
              <a:defRPr sz="1600"/>
            </a:lvl4pPr>
            <a:lvl5pPr marL="1828800" indent="0">
              <a:lnSpc>
                <a:spcPct val="100000"/>
              </a:lnSpc>
              <a:buNone/>
              <a:defRPr sz="14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p>
        </p:txBody>
      </p:sp>
      <p:pic>
        <p:nvPicPr>
          <p:cNvPr id="3" name="グラフィックス 2">
            <a:extLst>
              <a:ext uri="{FF2B5EF4-FFF2-40B4-BE49-F238E27FC236}">
                <a16:creationId xmlns:a16="http://schemas.microsoft.com/office/drawing/2014/main" xmlns="" id="{945A16E5-1C14-4A7F-BEF2-993D718AD904}"/>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0710710" y="116185"/>
            <a:ext cx="1381822" cy="306164"/>
          </a:xfrm>
          <a:prstGeom prst="rect">
            <a:avLst/>
          </a:prstGeom>
        </p:spPr>
      </p:pic>
    </p:spTree>
    <p:extLst>
      <p:ext uri="{BB962C8B-B14F-4D97-AF65-F5344CB8AC3E}">
        <p14:creationId xmlns:p14="http://schemas.microsoft.com/office/powerpoint/2010/main" val="16225948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End of File">
    <p:bg>
      <p:bgPr>
        <a:solidFill>
          <a:schemeClr val="tx2"/>
        </a:solidFill>
        <a:effectLst/>
      </p:bgPr>
    </p:bg>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xmlns="" id="{A2141715-FF6E-D64C-9F9F-5C7B72FC27D8}"/>
              </a:ext>
            </a:extLst>
          </p:cNvPr>
          <p:cNvSpPr txBox="1"/>
          <p:nvPr userDrawn="1"/>
        </p:nvSpPr>
        <p:spPr>
          <a:xfrm>
            <a:off x="2676699" y="6163732"/>
            <a:ext cx="6849686" cy="540035"/>
          </a:xfrm>
          <a:prstGeom prst="rect">
            <a:avLst/>
          </a:prstGeom>
        </p:spPr>
        <p:txBody>
          <a:bodyPr vert="horz" wrap="square" lIns="91440" tIns="45720" rIns="91440" bIns="45720" rtlCol="0" anchor="ctr">
            <a:normAutofit/>
          </a:bodyPr>
          <a:lstStyle/>
          <a:p>
            <a:pPr algn="ctr">
              <a:lnSpc>
                <a:spcPct val="140000"/>
              </a:lnSpc>
            </a:pPr>
            <a:r>
              <a:rPr kumimoji="1" lang="en-US" altLang="ja-JP" sz="1000" b="0" i="0">
                <a:solidFill>
                  <a:schemeClr val="bg1"/>
                </a:solidFill>
                <a:latin typeface="源真ゴシック Regular" panose="020B0302020203020207" pitchFamily="50" charset="-128"/>
                <a:ea typeface="源真ゴシック Regular" panose="020B0302020203020207" pitchFamily="50" charset="-128"/>
                <a:cs typeface="源真ゴシック Regular" panose="020B0302020203020207" pitchFamily="50" charset="-128"/>
              </a:rPr>
              <a:t>This document and the information contained is the property of VAIO Corporation.</a:t>
            </a:r>
            <a:br>
              <a:rPr kumimoji="1" lang="en-US" altLang="ja-JP" sz="1000" b="0" i="0">
                <a:solidFill>
                  <a:schemeClr val="bg1"/>
                </a:solidFill>
                <a:latin typeface="源真ゴシック Regular" panose="020B0302020203020207" pitchFamily="50" charset="-128"/>
                <a:ea typeface="源真ゴシック Regular" panose="020B0302020203020207" pitchFamily="50" charset="-128"/>
                <a:cs typeface="源真ゴシック Regular" panose="020B0302020203020207" pitchFamily="50" charset="-128"/>
              </a:rPr>
            </a:br>
            <a:r>
              <a:rPr kumimoji="1" lang="en-US" altLang="ja-JP" sz="1000" b="0" i="0">
                <a:solidFill>
                  <a:schemeClr val="bg1"/>
                </a:solidFill>
                <a:latin typeface="源真ゴシック Regular" panose="020B0302020203020207" pitchFamily="50" charset="-128"/>
                <a:ea typeface="源真ゴシック Regular" panose="020B0302020203020207" pitchFamily="50" charset="-128"/>
                <a:cs typeface="源真ゴシック Regular" panose="020B0302020203020207" pitchFamily="50" charset="-128"/>
              </a:rPr>
              <a:t>Any reproduction, disclosure, or use thereof is prohibited except as authorized in writing by VAIO Corporation.</a:t>
            </a:r>
            <a:endParaRPr kumimoji="1" lang="ja-JP" altLang="en-US" sz="1000" b="0" i="0">
              <a:solidFill>
                <a:schemeClr val="bg1"/>
              </a:solidFill>
              <a:latin typeface="源真ゴシック Regular" panose="020B0302020203020207" pitchFamily="50" charset="-128"/>
              <a:ea typeface="源真ゴシック Regular" panose="020B0302020203020207" pitchFamily="50" charset="-128"/>
              <a:cs typeface="源真ゴシック Regular" panose="020B0302020203020207" pitchFamily="50" charset="-128"/>
            </a:endParaRPr>
          </a:p>
        </p:txBody>
      </p:sp>
      <p:sp>
        <p:nvSpPr>
          <p:cNvPr id="13" name="フッター プレースホルダー 5">
            <a:extLst>
              <a:ext uri="{FF2B5EF4-FFF2-40B4-BE49-F238E27FC236}">
                <a16:creationId xmlns:a16="http://schemas.microsoft.com/office/drawing/2014/main" xmlns="" id="{B4F1620A-AB7B-9B4A-9264-CC928673B9D1}"/>
              </a:ext>
            </a:extLst>
          </p:cNvPr>
          <p:cNvSpPr>
            <a:spLocks noGrp="1"/>
          </p:cNvSpPr>
          <p:nvPr>
            <p:ph type="ftr" sz="quarter" idx="11"/>
          </p:nvPr>
        </p:nvSpPr>
        <p:spPr>
          <a:xfrm>
            <a:off x="3988438" y="5815390"/>
            <a:ext cx="4114800" cy="365125"/>
          </a:xfrm>
          <a:prstGeom prst="rect">
            <a:avLst/>
          </a:prstGeom>
        </p:spPr>
        <p:txBody>
          <a:bodyPr anchor="ctr"/>
          <a:lstStyle>
            <a:lvl1pPr algn="ctr">
              <a:defRPr sz="1200" b="1" i="0">
                <a:solidFill>
                  <a:schemeClr val="bg1"/>
                </a:solidFill>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stStyle>
          <a:p>
            <a:r>
              <a:rPr lang="en" altLang="ja-JP"/>
              <a:t>© 2020 VAIO Corporation</a:t>
            </a:r>
            <a:endParaRPr lang="ja-JP" altLang="en-US"/>
          </a:p>
        </p:txBody>
      </p:sp>
      <p:pic>
        <p:nvPicPr>
          <p:cNvPr id="5" name="図 4">
            <a:extLst>
              <a:ext uri="{FF2B5EF4-FFF2-40B4-BE49-F238E27FC236}">
                <a16:creationId xmlns:a16="http://schemas.microsoft.com/office/drawing/2014/main" xmlns="" id="{8C65F2CD-523D-44F9-AF65-0C233737718F}"/>
              </a:ext>
            </a:extLst>
          </p:cNvPr>
          <p:cNvPicPr>
            <a:picLocks noChangeAspect="1"/>
          </p:cNvPicPr>
          <p:nvPr userDrawn="1"/>
        </p:nvPicPr>
        <p:blipFill>
          <a:blip r:embed="rId2"/>
          <a:stretch>
            <a:fillRect/>
          </a:stretch>
        </p:blipFill>
        <p:spPr>
          <a:xfrm>
            <a:off x="4901354" y="3054257"/>
            <a:ext cx="2389292" cy="551787"/>
          </a:xfrm>
          <a:prstGeom prst="rect">
            <a:avLst/>
          </a:prstGeom>
        </p:spPr>
      </p:pic>
    </p:spTree>
    <p:extLst>
      <p:ext uri="{BB962C8B-B14F-4D97-AF65-F5344CB8AC3E}">
        <p14:creationId xmlns:p14="http://schemas.microsoft.com/office/powerpoint/2010/main" val="31703851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タイトル スライド">
    <p:spTree>
      <p:nvGrpSpPr>
        <p:cNvPr id="1" name=""/>
        <p:cNvGrpSpPr/>
        <p:nvPr/>
      </p:nvGrpSpPr>
      <p:grpSpPr>
        <a:xfrm>
          <a:off x="0" y="0"/>
          <a:ext cx="0" cy="0"/>
          <a:chOff x="0" y="0"/>
          <a:chExt cx="0" cy="0"/>
        </a:xfrm>
      </p:grpSpPr>
      <p:sp>
        <p:nvSpPr>
          <p:cNvPr id="13" name="タイトル 1">
            <a:extLst>
              <a:ext uri="{FF2B5EF4-FFF2-40B4-BE49-F238E27FC236}">
                <a16:creationId xmlns:a16="http://schemas.microsoft.com/office/drawing/2014/main" xmlns="" id="{25556DF9-7E40-8844-95EB-BF36CDB0B80F}"/>
              </a:ext>
            </a:extLst>
          </p:cNvPr>
          <p:cNvSpPr>
            <a:spLocks noGrp="1"/>
          </p:cNvSpPr>
          <p:nvPr>
            <p:ph type="ctrTitle" hasCustomPrompt="1"/>
          </p:nvPr>
        </p:nvSpPr>
        <p:spPr>
          <a:xfrm>
            <a:off x="1513490" y="882868"/>
            <a:ext cx="9144000" cy="746235"/>
          </a:xfrm>
        </p:spPr>
        <p:txBody>
          <a:bodyPr anchor="ctr">
            <a:normAutofit/>
          </a:bodyPr>
          <a:lstStyle>
            <a:lvl1pPr algn="l">
              <a:defRPr sz="3200"/>
            </a:lvl1pPr>
          </a:lstStyle>
          <a:p>
            <a:r>
              <a:rPr kumimoji="1" lang="ja-JP" altLang="en-US"/>
              <a:t>アジェンダリスト</a:t>
            </a:r>
          </a:p>
        </p:txBody>
      </p:sp>
      <p:sp>
        <p:nvSpPr>
          <p:cNvPr id="3" name="テキスト プレースホルダー 2">
            <a:extLst>
              <a:ext uri="{FF2B5EF4-FFF2-40B4-BE49-F238E27FC236}">
                <a16:creationId xmlns:a16="http://schemas.microsoft.com/office/drawing/2014/main" xmlns="" id="{C06AE18E-F1B2-784A-BE16-B49C579D5361}"/>
              </a:ext>
            </a:extLst>
          </p:cNvPr>
          <p:cNvSpPr>
            <a:spLocks noGrp="1"/>
          </p:cNvSpPr>
          <p:nvPr>
            <p:ph type="body" sz="quarter" idx="13"/>
          </p:nvPr>
        </p:nvSpPr>
        <p:spPr>
          <a:xfrm>
            <a:off x="1513490" y="1828799"/>
            <a:ext cx="9191022" cy="4141076"/>
          </a:xfrm>
        </p:spPr>
        <p:txBody>
          <a:bodyPr/>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8" name="スライド番号プレースホルダー 6">
            <a:extLst>
              <a:ext uri="{FF2B5EF4-FFF2-40B4-BE49-F238E27FC236}">
                <a16:creationId xmlns:a16="http://schemas.microsoft.com/office/drawing/2014/main" xmlns="" id="{093C2B62-3B1D-49B8-98FA-FA169190FF5F}"/>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4088231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xmlns="" id="{D22C1C06-DD07-3648-BF43-A9BC054AF4EA}"/>
              </a:ext>
            </a:extLst>
          </p:cNvPr>
          <p:cNvSpPr>
            <a:spLocks noGrp="1"/>
          </p:cNvSpPr>
          <p:nvPr>
            <p:ph type="title"/>
          </p:nvPr>
        </p:nvSpPr>
        <p:spPr>
          <a:xfrm>
            <a:off x="325821" y="315311"/>
            <a:ext cx="11529848" cy="1072055"/>
          </a:xfrm>
        </p:spPr>
        <p:txBody>
          <a:bodyPr/>
          <a:lstStyle/>
          <a:p>
            <a:r>
              <a:rPr kumimoji="1" lang="ja-JP" altLang="en-US"/>
              <a:t>マスター タイトルの書式設定</a:t>
            </a:r>
          </a:p>
        </p:txBody>
      </p:sp>
      <p:sp>
        <p:nvSpPr>
          <p:cNvPr id="13" name="テキスト プレースホルダー 2">
            <a:extLst>
              <a:ext uri="{FF2B5EF4-FFF2-40B4-BE49-F238E27FC236}">
                <a16:creationId xmlns:a16="http://schemas.microsoft.com/office/drawing/2014/main" xmlns="" id="{4DB1513A-42A6-BC44-971F-515156433941}"/>
              </a:ext>
            </a:extLst>
          </p:cNvPr>
          <p:cNvSpPr>
            <a:spLocks noGrp="1"/>
          </p:cNvSpPr>
          <p:nvPr>
            <p:ph idx="13"/>
          </p:nvPr>
        </p:nvSpPr>
        <p:spPr>
          <a:xfrm>
            <a:off x="341585" y="1581807"/>
            <a:ext cx="11503574" cy="4589901"/>
          </a:xfrm>
          <a:prstGeom prst="rect">
            <a:avLst/>
          </a:prstGeom>
        </p:spPr>
        <p:txBody>
          <a:bodyPr vert="horz" lIns="91440" tIns="45720" rIns="91440" bIns="45720" rtlCol="0">
            <a:normAutofit/>
          </a:body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8" name="スライド番号プレースホルダー 6">
            <a:extLst>
              <a:ext uri="{FF2B5EF4-FFF2-40B4-BE49-F238E27FC236}">
                <a16:creationId xmlns:a16="http://schemas.microsoft.com/office/drawing/2014/main" xmlns="" id="{C9598835-9695-4851-BAE0-A8A90E24D601}"/>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17073791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xmlns="" id="{AB9407F4-3C5B-E341-99D0-F9C1C1C4A95A}"/>
              </a:ext>
            </a:extLst>
          </p:cNvPr>
          <p:cNvSpPr>
            <a:spLocks noGrp="1"/>
          </p:cNvSpPr>
          <p:nvPr>
            <p:ph type="title"/>
          </p:nvPr>
        </p:nvSpPr>
        <p:spPr>
          <a:xfrm>
            <a:off x="325821" y="315311"/>
            <a:ext cx="11529848" cy="1072055"/>
          </a:xfr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xmlns="" id="{123EDEA8-3C1E-D94E-89E8-7D38079BBE8B}"/>
              </a:ext>
            </a:extLst>
          </p:cNvPr>
          <p:cNvSpPr>
            <a:spLocks noGrp="1"/>
          </p:cNvSpPr>
          <p:nvPr>
            <p:ph sz="half" idx="1"/>
          </p:nvPr>
        </p:nvSpPr>
        <p:spPr>
          <a:xfrm>
            <a:off x="344214" y="1825625"/>
            <a:ext cx="5181600" cy="4351338"/>
          </a:xfrm>
        </p:spPr>
        <p:txBody>
          <a:bodyPr/>
          <a:lstStyle>
            <a:lvl1pPr>
              <a:lnSpc>
                <a:spcPct val="100000"/>
              </a:lnSpc>
              <a:defRPr/>
            </a:lvl1pPr>
            <a:lvl2pPr>
              <a:defRPr/>
            </a:lvl2pPr>
            <a:lvl3pPr>
              <a:defRPr/>
            </a:lvl3pPr>
            <a:lvl4pPr>
              <a:defRPr/>
            </a:lvl4pPr>
            <a:lvl5pPr>
              <a:defRPr/>
            </a:lvl5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xmlns="" id="{D82FF9B1-F95C-0142-9E4F-251C260AC637}"/>
              </a:ext>
            </a:extLst>
          </p:cNvPr>
          <p:cNvSpPr>
            <a:spLocks noGrp="1"/>
          </p:cNvSpPr>
          <p:nvPr>
            <p:ph sz="half" idx="2"/>
          </p:nvPr>
        </p:nvSpPr>
        <p:spPr>
          <a:xfrm>
            <a:off x="5835869" y="1825625"/>
            <a:ext cx="6009290" cy="4351338"/>
          </a:xfrm>
        </p:spPr>
        <p:txBody>
          <a:bodyPr/>
          <a:lstStyle>
            <a:lvl1pPr>
              <a:lnSpc>
                <a:spcPct val="100000"/>
              </a:lnSpc>
              <a:defRPr/>
            </a:lvl1pPr>
            <a:lvl2pPr>
              <a:defRPr/>
            </a:lvl2pPr>
            <a:lvl3pPr>
              <a:defRPr/>
            </a:lvl3pPr>
            <a:lvl4pPr>
              <a:defRPr/>
            </a:lvl4pPr>
            <a:lvl5pPr>
              <a:defRPr/>
            </a:lvl5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9" name="スライド番号プレースホルダー 6">
            <a:extLst>
              <a:ext uri="{FF2B5EF4-FFF2-40B4-BE49-F238E27FC236}">
                <a16:creationId xmlns:a16="http://schemas.microsoft.com/office/drawing/2014/main" xmlns="" id="{4C9C023D-2131-4C1D-889B-2C7F3236A709}"/>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42877447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タイトル付きの図">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xmlns="" id="{2D915DB0-AA4A-F640-B0AC-7AFE97E99E0A}"/>
              </a:ext>
            </a:extLst>
          </p:cNvPr>
          <p:cNvSpPr>
            <a:spLocks noGrp="1"/>
          </p:cNvSpPr>
          <p:nvPr>
            <p:ph type="body" sz="half" idx="2"/>
          </p:nvPr>
        </p:nvSpPr>
        <p:spPr>
          <a:xfrm>
            <a:off x="345802" y="998483"/>
            <a:ext cx="3795273" cy="5087006"/>
          </a:xfrm>
        </p:spPr>
        <p:txBody>
          <a:bodyPr/>
          <a:lstStyle>
            <a:lvl1pPr marL="0" indent="0">
              <a:lnSpc>
                <a:spcPct val="100000"/>
              </a:lnSpc>
              <a:buNone/>
              <a:defRPr sz="2000"/>
            </a:lvl1pPr>
            <a:lvl2pPr marL="457200" indent="0">
              <a:lnSpc>
                <a:spcPct val="100000"/>
              </a:lnSpc>
              <a:buNone/>
              <a:defRPr sz="1800"/>
            </a:lvl2pPr>
            <a:lvl3pPr marL="914400" indent="0">
              <a:lnSpc>
                <a:spcPct val="100000"/>
              </a:lnSpc>
              <a:buNone/>
              <a:defRPr sz="1600"/>
            </a:lvl3pPr>
            <a:lvl4pPr marL="1371600" indent="0">
              <a:lnSpc>
                <a:spcPct val="100000"/>
              </a:lnSpc>
              <a:buNone/>
              <a:defRPr sz="1400"/>
            </a:lvl4pPr>
            <a:lvl5pPr marL="1828800" indent="0">
              <a:lnSpc>
                <a:spcPct val="100000"/>
              </a:lnSpc>
              <a:buNone/>
              <a:defRPr sz="12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9" name="テキスト プレースホルダー 3">
            <a:extLst>
              <a:ext uri="{FF2B5EF4-FFF2-40B4-BE49-F238E27FC236}">
                <a16:creationId xmlns:a16="http://schemas.microsoft.com/office/drawing/2014/main" xmlns="" id="{E816C909-C0FF-F24E-8D2F-73A956178C4D}"/>
              </a:ext>
            </a:extLst>
          </p:cNvPr>
          <p:cNvSpPr>
            <a:spLocks noGrp="1"/>
          </p:cNvSpPr>
          <p:nvPr>
            <p:ph type="body" sz="half" idx="13"/>
          </p:nvPr>
        </p:nvSpPr>
        <p:spPr>
          <a:xfrm>
            <a:off x="4439816" y="998483"/>
            <a:ext cx="7405343" cy="5087006"/>
          </a:xfrm>
        </p:spPr>
        <p:txBody>
          <a:bodyPr>
            <a:normAutofit/>
          </a:bodyPr>
          <a:lstStyle>
            <a:lvl1pPr marL="0" indent="0">
              <a:lnSpc>
                <a:spcPct val="100000"/>
              </a:lnSpc>
              <a:buNone/>
              <a:defRPr sz="2000"/>
            </a:lvl1pPr>
            <a:lvl2pPr marL="457200" indent="0">
              <a:lnSpc>
                <a:spcPct val="100000"/>
              </a:lnSpc>
              <a:buNone/>
              <a:defRPr sz="1800"/>
            </a:lvl2pPr>
            <a:lvl3pPr marL="914400" indent="0">
              <a:lnSpc>
                <a:spcPct val="100000"/>
              </a:lnSpc>
              <a:buNone/>
              <a:defRPr sz="1600"/>
            </a:lvl3pPr>
            <a:lvl4pPr marL="1371600" indent="0">
              <a:lnSpc>
                <a:spcPct val="100000"/>
              </a:lnSpc>
              <a:buNone/>
              <a:defRPr sz="1400"/>
            </a:lvl4pPr>
            <a:lvl5pPr marL="1828800" indent="0">
              <a:lnSpc>
                <a:spcPct val="100000"/>
              </a:lnSpc>
              <a:buNone/>
              <a:defRPr sz="12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10" name="テキスト プレースホルダー 3">
            <a:extLst>
              <a:ext uri="{FF2B5EF4-FFF2-40B4-BE49-F238E27FC236}">
                <a16:creationId xmlns:a16="http://schemas.microsoft.com/office/drawing/2014/main" xmlns="" id="{5F23C526-34FD-D242-9BBF-E27AEEDB1DB8}"/>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11" name="スライド番号プレースホルダー 6">
            <a:extLst>
              <a:ext uri="{FF2B5EF4-FFF2-40B4-BE49-F238E27FC236}">
                <a16:creationId xmlns:a16="http://schemas.microsoft.com/office/drawing/2014/main" xmlns="" id="{DED6BD5C-DDA4-433D-B2BB-F5F42638AC71}"/>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458488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タイトル付きの図">
    <p:spTree>
      <p:nvGrpSpPr>
        <p:cNvPr id="1" name=""/>
        <p:cNvGrpSpPr/>
        <p:nvPr/>
      </p:nvGrpSpPr>
      <p:grpSpPr>
        <a:xfrm>
          <a:off x="0" y="0"/>
          <a:ext cx="0" cy="0"/>
          <a:chOff x="0" y="0"/>
          <a:chExt cx="0" cy="0"/>
        </a:xfrm>
      </p:grpSpPr>
      <p:sp>
        <p:nvSpPr>
          <p:cNvPr id="3" name="図プレースホルダー 2">
            <a:extLst>
              <a:ext uri="{FF2B5EF4-FFF2-40B4-BE49-F238E27FC236}">
                <a16:creationId xmlns:a16="http://schemas.microsoft.com/office/drawing/2014/main" xmlns="" id="{EE44E86E-9867-9949-9AE6-9F8F1DBDA83E}"/>
              </a:ext>
            </a:extLst>
          </p:cNvPr>
          <p:cNvSpPr>
            <a:spLocks noGrp="1"/>
          </p:cNvSpPr>
          <p:nvPr>
            <p:ph type="pic" idx="1" hasCustomPrompt="1"/>
          </p:nvPr>
        </p:nvSpPr>
        <p:spPr>
          <a:xfrm>
            <a:off x="4445876" y="1008993"/>
            <a:ext cx="7746124" cy="5108027"/>
          </a:xfrm>
        </p:spPr>
        <p:txBody>
          <a:bodyPr anchor="ctr">
            <a:normAutofit/>
          </a:bodyPr>
          <a:lstStyle>
            <a:lvl1pPr marL="0" indent="0" algn="ctr">
              <a:buNone/>
              <a:defRPr sz="6000" b="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画像</a:t>
            </a:r>
          </a:p>
        </p:txBody>
      </p:sp>
      <p:sp>
        <p:nvSpPr>
          <p:cNvPr id="14" name="テキスト プレースホルダー 3">
            <a:extLst>
              <a:ext uri="{FF2B5EF4-FFF2-40B4-BE49-F238E27FC236}">
                <a16:creationId xmlns:a16="http://schemas.microsoft.com/office/drawing/2014/main" xmlns="" id="{7D05870D-79A2-C64F-BEF4-5FD8EC1BF690}"/>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15" name="テキスト プレースホルダー 3">
            <a:extLst>
              <a:ext uri="{FF2B5EF4-FFF2-40B4-BE49-F238E27FC236}">
                <a16:creationId xmlns:a16="http://schemas.microsoft.com/office/drawing/2014/main" xmlns="" id="{6971AE13-B4FE-1347-BA5D-346098CF725E}"/>
              </a:ext>
            </a:extLst>
          </p:cNvPr>
          <p:cNvSpPr>
            <a:spLocks noGrp="1"/>
          </p:cNvSpPr>
          <p:nvPr>
            <p:ph type="body" sz="half" idx="2"/>
          </p:nvPr>
        </p:nvSpPr>
        <p:spPr>
          <a:xfrm>
            <a:off x="345802" y="998483"/>
            <a:ext cx="3795273" cy="5087006"/>
          </a:xfrm>
        </p:spPr>
        <p:txBody>
          <a:bodyPr/>
          <a:lstStyle>
            <a:lvl1pPr marL="0" indent="0">
              <a:lnSpc>
                <a:spcPct val="100000"/>
              </a:lnSpc>
              <a:buNone/>
              <a:defRPr sz="2000"/>
            </a:lvl1pPr>
            <a:lvl2pPr marL="457200" indent="0">
              <a:lnSpc>
                <a:spcPct val="100000"/>
              </a:lnSpc>
              <a:buNone/>
              <a:defRPr sz="1800"/>
            </a:lvl2pPr>
            <a:lvl3pPr marL="914400" indent="0">
              <a:lnSpc>
                <a:spcPct val="100000"/>
              </a:lnSpc>
              <a:buNone/>
              <a:defRPr sz="1600"/>
            </a:lvl3pPr>
            <a:lvl4pPr marL="1371600" indent="0">
              <a:lnSpc>
                <a:spcPct val="100000"/>
              </a:lnSpc>
              <a:buNone/>
              <a:defRPr sz="1400"/>
            </a:lvl4pPr>
            <a:lvl5pPr marL="1828800" indent="0">
              <a:lnSpc>
                <a:spcPct val="100000"/>
              </a:lnSpc>
              <a:buNone/>
              <a:defRPr sz="12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9" name="スライド番号プレースホルダー 6">
            <a:extLst>
              <a:ext uri="{FF2B5EF4-FFF2-40B4-BE49-F238E27FC236}">
                <a16:creationId xmlns:a16="http://schemas.microsoft.com/office/drawing/2014/main" xmlns="" id="{056B0C11-2003-4ACF-9275-7D3435720317}"/>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12673161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タイトル付きの図">
    <p:spTree>
      <p:nvGrpSpPr>
        <p:cNvPr id="1" name=""/>
        <p:cNvGrpSpPr/>
        <p:nvPr/>
      </p:nvGrpSpPr>
      <p:grpSpPr>
        <a:xfrm>
          <a:off x="0" y="0"/>
          <a:ext cx="0" cy="0"/>
          <a:chOff x="0" y="0"/>
          <a:chExt cx="0" cy="0"/>
        </a:xfrm>
      </p:grpSpPr>
      <p:sp>
        <p:nvSpPr>
          <p:cNvPr id="9" name="図プレースホルダー 2">
            <a:extLst>
              <a:ext uri="{FF2B5EF4-FFF2-40B4-BE49-F238E27FC236}">
                <a16:creationId xmlns:a16="http://schemas.microsoft.com/office/drawing/2014/main" xmlns="" id="{0AB56CFB-B6E8-C346-99AB-A5373EAE923A}"/>
              </a:ext>
            </a:extLst>
          </p:cNvPr>
          <p:cNvSpPr>
            <a:spLocks noGrp="1"/>
          </p:cNvSpPr>
          <p:nvPr>
            <p:ph type="pic" idx="13" hasCustomPrompt="1"/>
          </p:nvPr>
        </p:nvSpPr>
        <p:spPr>
          <a:xfrm>
            <a:off x="283780" y="1008993"/>
            <a:ext cx="5507420" cy="5108027"/>
          </a:xfrm>
        </p:spPr>
        <p:txBody>
          <a:bodyPr anchor="ctr">
            <a:normAutofit/>
          </a:bodyPr>
          <a:lstStyle>
            <a:lvl1pPr marL="0" indent="0" algn="ctr">
              <a:buNone/>
              <a:defRPr sz="6000" b="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画像</a:t>
            </a:r>
          </a:p>
        </p:txBody>
      </p:sp>
      <p:sp>
        <p:nvSpPr>
          <p:cNvPr id="15" name="テキスト プレースホルダー 3">
            <a:extLst>
              <a:ext uri="{FF2B5EF4-FFF2-40B4-BE49-F238E27FC236}">
                <a16:creationId xmlns:a16="http://schemas.microsoft.com/office/drawing/2014/main" xmlns="" id="{E0A7B939-AC1C-8E45-9002-A4316C1BF4E7}"/>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16" name="テキスト プレースホルダー 3">
            <a:extLst>
              <a:ext uri="{FF2B5EF4-FFF2-40B4-BE49-F238E27FC236}">
                <a16:creationId xmlns:a16="http://schemas.microsoft.com/office/drawing/2014/main" xmlns="" id="{C1C5C69D-4C13-2140-B8D0-E80CC2210BBA}"/>
              </a:ext>
            </a:extLst>
          </p:cNvPr>
          <p:cNvSpPr>
            <a:spLocks noGrp="1"/>
          </p:cNvSpPr>
          <p:nvPr>
            <p:ph type="body" sz="half" idx="15"/>
          </p:nvPr>
        </p:nvSpPr>
        <p:spPr>
          <a:xfrm>
            <a:off x="5938345" y="998483"/>
            <a:ext cx="5917323" cy="5087006"/>
          </a:xfrm>
        </p:spPr>
        <p:txBody>
          <a:bodyPr/>
          <a:lstStyle>
            <a:lvl1pPr marL="0" indent="0">
              <a:lnSpc>
                <a:spcPct val="100000"/>
              </a:lnSpc>
              <a:buNone/>
              <a:defRPr sz="2400"/>
            </a:lvl1pPr>
            <a:lvl2pPr marL="457200" indent="0">
              <a:lnSpc>
                <a:spcPct val="100000"/>
              </a:lnSpc>
              <a:buNone/>
              <a:defRPr sz="2000"/>
            </a:lvl2pPr>
            <a:lvl3pPr marL="914400" indent="0">
              <a:lnSpc>
                <a:spcPct val="100000"/>
              </a:lnSpc>
              <a:buNone/>
              <a:defRPr sz="1800"/>
            </a:lvl3pPr>
            <a:lvl4pPr marL="1371600" indent="0">
              <a:lnSpc>
                <a:spcPct val="100000"/>
              </a:lnSpc>
              <a:buNone/>
              <a:defRPr sz="1600"/>
            </a:lvl4pPr>
            <a:lvl5pPr marL="1828800" indent="0">
              <a:lnSpc>
                <a:spcPct val="100000"/>
              </a:lnSpc>
              <a:buNone/>
              <a:defRPr sz="14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10" name="スライド番号プレースホルダー 6">
            <a:extLst>
              <a:ext uri="{FF2B5EF4-FFF2-40B4-BE49-F238E27FC236}">
                <a16:creationId xmlns:a16="http://schemas.microsoft.com/office/drawing/2014/main" xmlns="" id="{68A629BE-100C-4EF8-B7E3-8C78970A9109}"/>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18398790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タイトル付きの図">
    <p:spTree>
      <p:nvGrpSpPr>
        <p:cNvPr id="1" name=""/>
        <p:cNvGrpSpPr/>
        <p:nvPr/>
      </p:nvGrpSpPr>
      <p:grpSpPr>
        <a:xfrm>
          <a:off x="0" y="0"/>
          <a:ext cx="0" cy="0"/>
          <a:chOff x="0" y="0"/>
          <a:chExt cx="0" cy="0"/>
        </a:xfrm>
      </p:grpSpPr>
      <p:sp>
        <p:nvSpPr>
          <p:cNvPr id="15" name="テキスト プレースホルダー 3">
            <a:extLst>
              <a:ext uri="{FF2B5EF4-FFF2-40B4-BE49-F238E27FC236}">
                <a16:creationId xmlns:a16="http://schemas.microsoft.com/office/drawing/2014/main" xmlns="" id="{E0A7B939-AC1C-8E45-9002-A4316C1BF4E7}"/>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3" name="表プレースホルダー 2">
            <a:extLst>
              <a:ext uri="{FF2B5EF4-FFF2-40B4-BE49-F238E27FC236}">
                <a16:creationId xmlns:a16="http://schemas.microsoft.com/office/drawing/2014/main" xmlns="" id="{26A96305-30DD-E140-B5FD-DA7BD048EDA3}"/>
              </a:ext>
            </a:extLst>
          </p:cNvPr>
          <p:cNvSpPr>
            <a:spLocks noGrp="1"/>
          </p:cNvSpPr>
          <p:nvPr>
            <p:ph type="tbl" sz="quarter" idx="15"/>
          </p:nvPr>
        </p:nvSpPr>
        <p:spPr>
          <a:xfrm>
            <a:off x="283779" y="1008335"/>
            <a:ext cx="11571890" cy="5119195"/>
          </a:xfrm>
        </p:spPr>
        <p:txBody>
          <a:bodyPr>
            <a:normAutofit/>
          </a:bodyPr>
          <a:lstStyle>
            <a:lvl1pPr marL="0" indent="0" algn="ctr">
              <a:buNone/>
              <a:defRPr sz="6000" b="0"/>
            </a:lvl1pPr>
          </a:lstStyle>
          <a:p>
            <a:r>
              <a:rPr kumimoji="1" lang="ja-JP" altLang="en-US"/>
              <a:t>表</a:t>
            </a:r>
          </a:p>
        </p:txBody>
      </p:sp>
      <p:sp>
        <p:nvSpPr>
          <p:cNvPr id="8" name="スライド番号プレースホルダー 6">
            <a:extLst>
              <a:ext uri="{FF2B5EF4-FFF2-40B4-BE49-F238E27FC236}">
                <a16:creationId xmlns:a16="http://schemas.microsoft.com/office/drawing/2014/main" xmlns="" id="{5FDD6312-CBDD-4FD9-BA58-44DA794B1B04}"/>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23934206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タイトル付きの図">
    <p:spTree>
      <p:nvGrpSpPr>
        <p:cNvPr id="1" name=""/>
        <p:cNvGrpSpPr/>
        <p:nvPr/>
      </p:nvGrpSpPr>
      <p:grpSpPr>
        <a:xfrm>
          <a:off x="0" y="0"/>
          <a:ext cx="0" cy="0"/>
          <a:chOff x="0" y="0"/>
          <a:chExt cx="0" cy="0"/>
        </a:xfrm>
      </p:grpSpPr>
      <p:sp>
        <p:nvSpPr>
          <p:cNvPr id="9" name="図プレースホルダー 2">
            <a:extLst>
              <a:ext uri="{FF2B5EF4-FFF2-40B4-BE49-F238E27FC236}">
                <a16:creationId xmlns:a16="http://schemas.microsoft.com/office/drawing/2014/main" xmlns="" id="{0AB56CFB-B6E8-C346-99AB-A5373EAE923A}"/>
              </a:ext>
            </a:extLst>
          </p:cNvPr>
          <p:cNvSpPr>
            <a:spLocks noGrp="1"/>
          </p:cNvSpPr>
          <p:nvPr>
            <p:ph type="pic" idx="13" hasCustomPrompt="1"/>
          </p:nvPr>
        </p:nvSpPr>
        <p:spPr>
          <a:xfrm>
            <a:off x="283779" y="1008994"/>
            <a:ext cx="11582399" cy="4803228"/>
          </a:xfrm>
        </p:spPr>
        <p:txBody>
          <a:bodyPr anchor="ctr">
            <a:normAutofit/>
          </a:bodyPr>
          <a:lstStyle>
            <a:lvl1pPr marL="0" indent="0" algn="ctr">
              <a:buNone/>
              <a:defRPr sz="6000" b="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画像</a:t>
            </a:r>
          </a:p>
        </p:txBody>
      </p:sp>
      <p:sp>
        <p:nvSpPr>
          <p:cNvPr id="15" name="テキスト プレースホルダー 3">
            <a:extLst>
              <a:ext uri="{FF2B5EF4-FFF2-40B4-BE49-F238E27FC236}">
                <a16:creationId xmlns:a16="http://schemas.microsoft.com/office/drawing/2014/main" xmlns="" id="{E0A7B939-AC1C-8E45-9002-A4316C1BF4E7}"/>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16" name="テキスト プレースホルダー 3">
            <a:extLst>
              <a:ext uri="{FF2B5EF4-FFF2-40B4-BE49-F238E27FC236}">
                <a16:creationId xmlns:a16="http://schemas.microsoft.com/office/drawing/2014/main" xmlns="" id="{C1C5C69D-4C13-2140-B8D0-E80CC2210BBA}"/>
              </a:ext>
            </a:extLst>
          </p:cNvPr>
          <p:cNvSpPr>
            <a:spLocks noGrp="1"/>
          </p:cNvSpPr>
          <p:nvPr>
            <p:ph type="body" sz="half" idx="15"/>
          </p:nvPr>
        </p:nvSpPr>
        <p:spPr>
          <a:xfrm>
            <a:off x="273269" y="5927833"/>
            <a:ext cx="11592910" cy="430106"/>
          </a:xfrm>
        </p:spPr>
        <p:txBody>
          <a:bodyPr anchor="ctr">
            <a:normAutofit/>
          </a:bodyPr>
          <a:lstStyle>
            <a:lvl1pPr marL="0" indent="0" algn="ctr">
              <a:lnSpc>
                <a:spcPct val="100000"/>
              </a:lnSpc>
              <a:buNone/>
              <a:defRPr sz="180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indent="0">
              <a:lnSpc>
                <a:spcPct val="100000"/>
              </a:lnSpc>
              <a:buNone/>
              <a:defRPr sz="2000"/>
            </a:lvl2pPr>
            <a:lvl3pPr marL="914400" indent="0">
              <a:lnSpc>
                <a:spcPct val="100000"/>
              </a:lnSpc>
              <a:buNone/>
              <a:defRPr sz="1800"/>
            </a:lvl3pPr>
            <a:lvl4pPr marL="1371600" indent="0">
              <a:lnSpc>
                <a:spcPct val="100000"/>
              </a:lnSpc>
              <a:buNone/>
              <a:defRPr sz="1600"/>
            </a:lvl4pPr>
            <a:lvl5pPr marL="1828800" indent="0">
              <a:lnSpc>
                <a:spcPct val="100000"/>
              </a:lnSpc>
              <a:buNone/>
              <a:defRPr sz="14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p>
        </p:txBody>
      </p:sp>
      <p:sp>
        <p:nvSpPr>
          <p:cNvPr id="10" name="スライド番号プレースホルダー 6">
            <a:extLst>
              <a:ext uri="{FF2B5EF4-FFF2-40B4-BE49-F238E27FC236}">
                <a16:creationId xmlns:a16="http://schemas.microsoft.com/office/drawing/2014/main" xmlns="" id="{2D03DA3D-8FA3-4AA0-BAC6-F7FBB5AFE22E}"/>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4820957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_タイトル付きの図">
    <p:spTree>
      <p:nvGrpSpPr>
        <p:cNvPr id="1" name=""/>
        <p:cNvGrpSpPr/>
        <p:nvPr/>
      </p:nvGrpSpPr>
      <p:grpSpPr>
        <a:xfrm>
          <a:off x="0" y="0"/>
          <a:ext cx="0" cy="0"/>
          <a:chOff x="0" y="0"/>
          <a:chExt cx="0" cy="0"/>
        </a:xfrm>
      </p:grpSpPr>
      <p:sp>
        <p:nvSpPr>
          <p:cNvPr id="9" name="図プレースホルダー 2">
            <a:extLst>
              <a:ext uri="{FF2B5EF4-FFF2-40B4-BE49-F238E27FC236}">
                <a16:creationId xmlns:a16="http://schemas.microsoft.com/office/drawing/2014/main" xmlns="" id="{0AB56CFB-B6E8-C346-99AB-A5373EAE923A}"/>
              </a:ext>
            </a:extLst>
          </p:cNvPr>
          <p:cNvSpPr>
            <a:spLocks noGrp="1"/>
          </p:cNvSpPr>
          <p:nvPr>
            <p:ph type="pic" idx="13" hasCustomPrompt="1"/>
          </p:nvPr>
        </p:nvSpPr>
        <p:spPr>
          <a:xfrm>
            <a:off x="0" y="1008993"/>
            <a:ext cx="12191999" cy="5055475"/>
          </a:xfrm>
        </p:spPr>
        <p:txBody>
          <a:bodyPr anchor="ctr">
            <a:normAutofit/>
          </a:bodyPr>
          <a:lstStyle>
            <a:lvl1pPr marL="0" indent="0" algn="ctr">
              <a:buNone/>
              <a:defRPr sz="6000" b="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画像</a:t>
            </a:r>
          </a:p>
        </p:txBody>
      </p:sp>
      <p:sp>
        <p:nvSpPr>
          <p:cNvPr id="15" name="テキスト プレースホルダー 3">
            <a:extLst>
              <a:ext uri="{FF2B5EF4-FFF2-40B4-BE49-F238E27FC236}">
                <a16:creationId xmlns:a16="http://schemas.microsoft.com/office/drawing/2014/main" xmlns="" id="{E0A7B939-AC1C-8E45-9002-A4316C1BF4E7}"/>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16" name="テキスト プレースホルダー 3">
            <a:extLst>
              <a:ext uri="{FF2B5EF4-FFF2-40B4-BE49-F238E27FC236}">
                <a16:creationId xmlns:a16="http://schemas.microsoft.com/office/drawing/2014/main" xmlns="" id="{C1C5C69D-4C13-2140-B8D0-E80CC2210BBA}"/>
              </a:ext>
            </a:extLst>
          </p:cNvPr>
          <p:cNvSpPr>
            <a:spLocks noGrp="1"/>
          </p:cNvSpPr>
          <p:nvPr>
            <p:ph type="body" sz="half" idx="15"/>
          </p:nvPr>
        </p:nvSpPr>
        <p:spPr>
          <a:xfrm>
            <a:off x="273269" y="6243142"/>
            <a:ext cx="11592910" cy="504497"/>
          </a:xfrm>
        </p:spPr>
        <p:txBody>
          <a:bodyPr anchor="ctr">
            <a:normAutofit/>
          </a:bodyPr>
          <a:lstStyle>
            <a:lvl1pPr marL="0" indent="0" algn="ctr">
              <a:lnSpc>
                <a:spcPct val="100000"/>
              </a:lnSpc>
              <a:buNone/>
              <a:defRPr sz="200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indent="0">
              <a:lnSpc>
                <a:spcPct val="100000"/>
              </a:lnSpc>
              <a:buNone/>
              <a:defRPr sz="2000"/>
            </a:lvl2pPr>
            <a:lvl3pPr marL="914400" indent="0">
              <a:lnSpc>
                <a:spcPct val="100000"/>
              </a:lnSpc>
              <a:buNone/>
              <a:defRPr sz="1800"/>
            </a:lvl3pPr>
            <a:lvl4pPr marL="1371600" indent="0">
              <a:lnSpc>
                <a:spcPct val="100000"/>
              </a:lnSpc>
              <a:buNone/>
              <a:defRPr sz="1600"/>
            </a:lvl4pPr>
            <a:lvl5pPr marL="1828800" indent="0">
              <a:lnSpc>
                <a:spcPct val="100000"/>
              </a:lnSpc>
              <a:buNone/>
              <a:defRPr sz="14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p>
        </p:txBody>
      </p:sp>
    </p:spTree>
    <p:extLst>
      <p:ext uri="{BB962C8B-B14F-4D97-AF65-F5344CB8AC3E}">
        <p14:creationId xmlns:p14="http://schemas.microsoft.com/office/powerpoint/2010/main" val="5089607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13" name="タイトル 1">
            <a:extLst>
              <a:ext uri="{FF2B5EF4-FFF2-40B4-BE49-F238E27FC236}">
                <a16:creationId xmlns:a16="http://schemas.microsoft.com/office/drawing/2014/main" xmlns="" id="{25556DF9-7E40-8844-95EB-BF36CDB0B80F}"/>
              </a:ext>
            </a:extLst>
          </p:cNvPr>
          <p:cNvSpPr>
            <a:spLocks noGrp="1"/>
          </p:cNvSpPr>
          <p:nvPr>
            <p:ph type="ctrTitle"/>
          </p:nvPr>
        </p:nvSpPr>
        <p:spPr>
          <a:xfrm>
            <a:off x="957943" y="2469931"/>
            <a:ext cx="10243457" cy="914400"/>
          </a:xfrm>
        </p:spPr>
        <p:txBody>
          <a:bodyPr anchor="ctr">
            <a:normAutofit/>
          </a:bodyPr>
          <a:lstStyle>
            <a:lvl1pPr algn="ctr">
              <a:defRPr sz="480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stStyle>
          <a:p>
            <a:r>
              <a:rPr kumimoji="1" lang="ja-JP" altLang="en-US"/>
              <a:t>マスター タイトルの書式設定</a:t>
            </a:r>
          </a:p>
        </p:txBody>
      </p:sp>
      <p:sp>
        <p:nvSpPr>
          <p:cNvPr id="14" name="字幕 2">
            <a:extLst>
              <a:ext uri="{FF2B5EF4-FFF2-40B4-BE49-F238E27FC236}">
                <a16:creationId xmlns:a16="http://schemas.microsoft.com/office/drawing/2014/main" xmlns="" id="{8EC62AEF-98A0-2B43-9DB4-16F8C7FA38BE}"/>
              </a:ext>
            </a:extLst>
          </p:cNvPr>
          <p:cNvSpPr>
            <a:spLocks noGrp="1"/>
          </p:cNvSpPr>
          <p:nvPr>
            <p:ph type="subTitle" idx="1"/>
          </p:nvPr>
        </p:nvSpPr>
        <p:spPr>
          <a:xfrm>
            <a:off x="968829" y="3517213"/>
            <a:ext cx="10243457" cy="493986"/>
          </a:xfrm>
        </p:spPr>
        <p:txBody>
          <a:bodyPr anchor="ctr"/>
          <a:lstStyle>
            <a:lvl1pPr marL="0" indent="0" algn="ctr">
              <a:buNone/>
              <a:defRPr sz="240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26" name="テキスト プレースホルダー 3">
            <a:extLst>
              <a:ext uri="{FF2B5EF4-FFF2-40B4-BE49-F238E27FC236}">
                <a16:creationId xmlns:a16="http://schemas.microsoft.com/office/drawing/2014/main" xmlns="" id="{C937166E-CB6F-2841-8013-7B7049FC2296}"/>
              </a:ext>
            </a:extLst>
          </p:cNvPr>
          <p:cNvSpPr>
            <a:spLocks noGrp="1"/>
          </p:cNvSpPr>
          <p:nvPr>
            <p:ph type="body" sz="half" idx="14" hasCustomPrompt="1"/>
          </p:nvPr>
        </p:nvSpPr>
        <p:spPr>
          <a:xfrm>
            <a:off x="2207173" y="5511841"/>
            <a:ext cx="7800427" cy="329934"/>
          </a:xfrm>
        </p:spPr>
        <p:txBody>
          <a:bodyPr anchor="ctr">
            <a:normAutofit/>
          </a:bodyPr>
          <a:lstStyle>
            <a:lvl1pPr marL="0" indent="0" algn="ctr">
              <a:buNone/>
              <a:defRPr sz="160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苗字 名前（または部署名）</a:t>
            </a:r>
          </a:p>
        </p:txBody>
      </p:sp>
      <p:sp>
        <p:nvSpPr>
          <p:cNvPr id="27" name="テキスト プレースホルダー 3">
            <a:extLst>
              <a:ext uri="{FF2B5EF4-FFF2-40B4-BE49-F238E27FC236}">
                <a16:creationId xmlns:a16="http://schemas.microsoft.com/office/drawing/2014/main" xmlns="" id="{2C028B2B-4A62-FE4B-A6F8-B9A80588F271}"/>
              </a:ext>
            </a:extLst>
          </p:cNvPr>
          <p:cNvSpPr>
            <a:spLocks noGrp="1"/>
          </p:cNvSpPr>
          <p:nvPr>
            <p:ph type="body" sz="half" idx="15" hasCustomPrompt="1"/>
          </p:nvPr>
        </p:nvSpPr>
        <p:spPr>
          <a:xfrm>
            <a:off x="2207171" y="5873578"/>
            <a:ext cx="7798677" cy="329934"/>
          </a:xfrm>
        </p:spPr>
        <p:txBody>
          <a:bodyPr anchor="ctr">
            <a:normAutofit/>
          </a:bodyPr>
          <a:lstStyle>
            <a:lvl1pPr marL="0" indent="0" algn="ctr">
              <a:buNone/>
              <a:defRPr sz="160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苗字 名前（または部署名）</a:t>
            </a:r>
          </a:p>
        </p:txBody>
      </p:sp>
      <p:sp>
        <p:nvSpPr>
          <p:cNvPr id="28" name="テキスト プレースホルダー 3">
            <a:extLst>
              <a:ext uri="{FF2B5EF4-FFF2-40B4-BE49-F238E27FC236}">
                <a16:creationId xmlns:a16="http://schemas.microsoft.com/office/drawing/2014/main" xmlns="" id="{E4932693-1738-264B-A509-C4D4B3F74DB7}"/>
              </a:ext>
            </a:extLst>
          </p:cNvPr>
          <p:cNvSpPr>
            <a:spLocks noGrp="1"/>
          </p:cNvSpPr>
          <p:nvPr>
            <p:ph type="body" sz="half" idx="16" hasCustomPrompt="1"/>
          </p:nvPr>
        </p:nvSpPr>
        <p:spPr>
          <a:xfrm>
            <a:off x="2207171" y="6242411"/>
            <a:ext cx="7798677" cy="329934"/>
          </a:xfrm>
        </p:spPr>
        <p:txBody>
          <a:bodyPr anchor="ctr">
            <a:normAutofit/>
          </a:bodyPr>
          <a:lstStyle>
            <a:lvl1pPr marL="0" indent="0" algn="ctr">
              <a:buNone/>
              <a:defRPr sz="160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法人名</a:t>
            </a:r>
          </a:p>
        </p:txBody>
      </p:sp>
      <p:sp>
        <p:nvSpPr>
          <p:cNvPr id="11" name="スライド番号プレースホルダー 6">
            <a:extLst>
              <a:ext uri="{FF2B5EF4-FFF2-40B4-BE49-F238E27FC236}">
                <a16:creationId xmlns:a16="http://schemas.microsoft.com/office/drawing/2014/main" xmlns="" id="{7323B724-D8C8-49FA-96A3-B9550B7C5655}"/>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14263555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6" name="スライド番号プレースホルダー 6">
            <a:extLst>
              <a:ext uri="{FF2B5EF4-FFF2-40B4-BE49-F238E27FC236}">
                <a16:creationId xmlns:a16="http://schemas.microsoft.com/office/drawing/2014/main" xmlns="" id="{078DF570-271F-4980-8B36-4BFE3CE66447}"/>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5207778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タイトル スライド">
    <p:spTree>
      <p:nvGrpSpPr>
        <p:cNvPr id="1" name=""/>
        <p:cNvGrpSpPr/>
        <p:nvPr/>
      </p:nvGrpSpPr>
      <p:grpSpPr>
        <a:xfrm>
          <a:off x="0" y="0"/>
          <a:ext cx="0" cy="0"/>
          <a:chOff x="0" y="0"/>
          <a:chExt cx="0" cy="0"/>
        </a:xfrm>
      </p:grpSpPr>
      <p:sp>
        <p:nvSpPr>
          <p:cNvPr id="13" name="タイトル 1">
            <a:extLst>
              <a:ext uri="{FF2B5EF4-FFF2-40B4-BE49-F238E27FC236}">
                <a16:creationId xmlns:a16="http://schemas.microsoft.com/office/drawing/2014/main" xmlns="" id="{25556DF9-7E40-8844-95EB-BF36CDB0B80F}"/>
              </a:ext>
            </a:extLst>
          </p:cNvPr>
          <p:cNvSpPr>
            <a:spLocks noGrp="1"/>
          </p:cNvSpPr>
          <p:nvPr>
            <p:ph type="ctrTitle" hasCustomPrompt="1"/>
          </p:nvPr>
        </p:nvSpPr>
        <p:spPr>
          <a:xfrm>
            <a:off x="1513490" y="882868"/>
            <a:ext cx="9144000" cy="746235"/>
          </a:xfrm>
        </p:spPr>
        <p:txBody>
          <a:bodyPr anchor="ctr">
            <a:normAutofit/>
          </a:bodyPr>
          <a:lstStyle>
            <a:lvl1pPr algn="l">
              <a:defRPr sz="3200"/>
            </a:lvl1pPr>
          </a:lstStyle>
          <a:p>
            <a:r>
              <a:rPr kumimoji="1" lang="ja-JP" altLang="en-US"/>
              <a:t>アジェンダリスト</a:t>
            </a:r>
          </a:p>
        </p:txBody>
      </p:sp>
      <p:sp>
        <p:nvSpPr>
          <p:cNvPr id="3" name="テキスト プレースホルダー 2">
            <a:extLst>
              <a:ext uri="{FF2B5EF4-FFF2-40B4-BE49-F238E27FC236}">
                <a16:creationId xmlns:a16="http://schemas.microsoft.com/office/drawing/2014/main" xmlns="" id="{C06AE18E-F1B2-784A-BE16-B49C579D5361}"/>
              </a:ext>
            </a:extLst>
          </p:cNvPr>
          <p:cNvSpPr>
            <a:spLocks noGrp="1"/>
          </p:cNvSpPr>
          <p:nvPr>
            <p:ph type="body" sz="quarter" idx="13"/>
          </p:nvPr>
        </p:nvSpPr>
        <p:spPr>
          <a:xfrm>
            <a:off x="1513490" y="1828799"/>
            <a:ext cx="9191022" cy="4141076"/>
          </a:xfrm>
        </p:spPr>
        <p:txBody>
          <a:bodyPr/>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8" name="スライド番号プレースホルダー 6">
            <a:extLst>
              <a:ext uri="{FF2B5EF4-FFF2-40B4-BE49-F238E27FC236}">
                <a16:creationId xmlns:a16="http://schemas.microsoft.com/office/drawing/2014/main" xmlns="" id="{093C2B62-3B1D-49B8-98FA-FA169190FF5F}"/>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27035286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xmlns="" id="{D22C1C06-DD07-3648-BF43-A9BC054AF4EA}"/>
              </a:ext>
            </a:extLst>
          </p:cNvPr>
          <p:cNvSpPr>
            <a:spLocks noGrp="1"/>
          </p:cNvSpPr>
          <p:nvPr>
            <p:ph type="title"/>
          </p:nvPr>
        </p:nvSpPr>
        <p:spPr>
          <a:xfrm>
            <a:off x="325821" y="315311"/>
            <a:ext cx="11529848" cy="1072055"/>
          </a:xfrm>
        </p:spPr>
        <p:txBody>
          <a:bodyPr/>
          <a:lstStyle/>
          <a:p>
            <a:r>
              <a:rPr kumimoji="1" lang="ja-JP" altLang="en-US"/>
              <a:t>マスター タイトルの書式設定</a:t>
            </a:r>
          </a:p>
        </p:txBody>
      </p:sp>
      <p:sp>
        <p:nvSpPr>
          <p:cNvPr id="13" name="テキスト プレースホルダー 2">
            <a:extLst>
              <a:ext uri="{FF2B5EF4-FFF2-40B4-BE49-F238E27FC236}">
                <a16:creationId xmlns:a16="http://schemas.microsoft.com/office/drawing/2014/main" xmlns="" id="{4DB1513A-42A6-BC44-971F-515156433941}"/>
              </a:ext>
            </a:extLst>
          </p:cNvPr>
          <p:cNvSpPr>
            <a:spLocks noGrp="1"/>
          </p:cNvSpPr>
          <p:nvPr>
            <p:ph idx="13"/>
          </p:nvPr>
        </p:nvSpPr>
        <p:spPr>
          <a:xfrm>
            <a:off x="341585" y="1581807"/>
            <a:ext cx="11503574" cy="4589901"/>
          </a:xfrm>
          <a:prstGeom prst="rect">
            <a:avLst/>
          </a:prstGeom>
        </p:spPr>
        <p:txBody>
          <a:bodyPr vert="horz" lIns="91440" tIns="45720" rIns="91440" bIns="45720" rtlCol="0">
            <a:normAutofit/>
          </a:body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8" name="スライド番号プレースホルダー 6">
            <a:extLst>
              <a:ext uri="{FF2B5EF4-FFF2-40B4-BE49-F238E27FC236}">
                <a16:creationId xmlns:a16="http://schemas.microsoft.com/office/drawing/2014/main" xmlns="" id="{C9598835-9695-4851-BAE0-A8A90E24D601}"/>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24052255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xmlns="" id="{AB9407F4-3C5B-E341-99D0-F9C1C1C4A95A}"/>
              </a:ext>
            </a:extLst>
          </p:cNvPr>
          <p:cNvSpPr>
            <a:spLocks noGrp="1"/>
          </p:cNvSpPr>
          <p:nvPr>
            <p:ph type="title"/>
          </p:nvPr>
        </p:nvSpPr>
        <p:spPr>
          <a:xfrm>
            <a:off x="325821" y="315311"/>
            <a:ext cx="11529848" cy="1072055"/>
          </a:xfr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xmlns="" id="{123EDEA8-3C1E-D94E-89E8-7D38079BBE8B}"/>
              </a:ext>
            </a:extLst>
          </p:cNvPr>
          <p:cNvSpPr>
            <a:spLocks noGrp="1"/>
          </p:cNvSpPr>
          <p:nvPr>
            <p:ph sz="half" idx="1"/>
          </p:nvPr>
        </p:nvSpPr>
        <p:spPr>
          <a:xfrm>
            <a:off x="344214" y="1825625"/>
            <a:ext cx="5181600" cy="4351338"/>
          </a:xfrm>
        </p:spPr>
        <p:txBody>
          <a:bodyPr/>
          <a:lstStyle>
            <a:lvl1pPr>
              <a:lnSpc>
                <a:spcPct val="100000"/>
              </a:lnSpc>
              <a:defRPr/>
            </a:lvl1pPr>
            <a:lvl2pPr>
              <a:defRPr/>
            </a:lvl2pPr>
            <a:lvl3pPr>
              <a:defRPr/>
            </a:lvl3pPr>
            <a:lvl4pPr>
              <a:defRPr/>
            </a:lvl4pPr>
            <a:lvl5pPr>
              <a:defRPr/>
            </a:lvl5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xmlns="" id="{D82FF9B1-F95C-0142-9E4F-251C260AC637}"/>
              </a:ext>
            </a:extLst>
          </p:cNvPr>
          <p:cNvSpPr>
            <a:spLocks noGrp="1"/>
          </p:cNvSpPr>
          <p:nvPr>
            <p:ph sz="half" idx="2"/>
          </p:nvPr>
        </p:nvSpPr>
        <p:spPr>
          <a:xfrm>
            <a:off x="5835869" y="1825625"/>
            <a:ext cx="6009290" cy="4351338"/>
          </a:xfrm>
        </p:spPr>
        <p:txBody>
          <a:bodyPr/>
          <a:lstStyle>
            <a:lvl1pPr>
              <a:lnSpc>
                <a:spcPct val="100000"/>
              </a:lnSpc>
              <a:defRPr/>
            </a:lvl1pPr>
            <a:lvl2pPr>
              <a:defRPr/>
            </a:lvl2pPr>
            <a:lvl3pPr>
              <a:defRPr/>
            </a:lvl3pPr>
            <a:lvl4pPr>
              <a:defRPr/>
            </a:lvl4pPr>
            <a:lvl5pPr>
              <a:defRPr/>
            </a:lvl5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9" name="スライド番号プレースホルダー 6">
            <a:extLst>
              <a:ext uri="{FF2B5EF4-FFF2-40B4-BE49-F238E27FC236}">
                <a16:creationId xmlns:a16="http://schemas.microsoft.com/office/drawing/2014/main" xmlns="" id="{4C9C023D-2131-4C1D-889B-2C7F3236A709}"/>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5359517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xmlns="" id="{9307D025-3DB1-9B45-9E78-328D4B52096F}"/>
              </a:ext>
            </a:extLst>
          </p:cNvPr>
          <p:cNvSpPr>
            <a:spLocks noGrp="1"/>
          </p:cNvSpPr>
          <p:nvPr>
            <p:ph type="title"/>
          </p:nvPr>
        </p:nvSpPr>
        <p:spPr>
          <a:xfrm>
            <a:off x="325821" y="315311"/>
            <a:ext cx="11529848" cy="1072055"/>
          </a:xfrm>
        </p:spPr>
        <p:txBody>
          <a:bodyPr/>
          <a:lstStyle/>
          <a:p>
            <a:r>
              <a:rPr kumimoji="1" lang="ja-JP" altLang="en-US"/>
              <a:t>マスター タイトルの書式設定</a:t>
            </a:r>
          </a:p>
        </p:txBody>
      </p:sp>
      <p:sp>
        <p:nvSpPr>
          <p:cNvPr id="7" name="スライド番号プレースホルダー 6">
            <a:extLst>
              <a:ext uri="{FF2B5EF4-FFF2-40B4-BE49-F238E27FC236}">
                <a16:creationId xmlns:a16="http://schemas.microsoft.com/office/drawing/2014/main" xmlns="" id="{EEB0582B-0005-49EE-8E85-93CFF1F7E338}"/>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35184299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1_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xmlns="" id="{9307D025-3DB1-9B45-9E78-328D4B52096F}"/>
              </a:ext>
            </a:extLst>
          </p:cNvPr>
          <p:cNvSpPr>
            <a:spLocks noGrp="1"/>
          </p:cNvSpPr>
          <p:nvPr>
            <p:ph type="title"/>
          </p:nvPr>
        </p:nvSpPr>
        <p:spPr>
          <a:xfrm>
            <a:off x="325821" y="2833664"/>
            <a:ext cx="11529848" cy="1072055"/>
          </a:xfrm>
        </p:spPr>
        <p:txBody>
          <a:bodyPr/>
          <a:lstStyle>
            <a:lvl1pPr algn="ctr">
              <a:defRPr/>
            </a:lvl1pPr>
          </a:lstStyle>
          <a:p>
            <a:r>
              <a:rPr kumimoji="1" lang="ja-JP" altLang="en-US"/>
              <a:t>マスター タイトルの書式設定</a:t>
            </a:r>
          </a:p>
        </p:txBody>
      </p:sp>
      <p:sp>
        <p:nvSpPr>
          <p:cNvPr id="7" name="スライド番号プレースホルダー 6">
            <a:extLst>
              <a:ext uri="{FF2B5EF4-FFF2-40B4-BE49-F238E27FC236}">
                <a16:creationId xmlns:a16="http://schemas.microsoft.com/office/drawing/2014/main" xmlns="" id="{732FD74C-1CE0-4311-AEFA-48BC62F75590}"/>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21051014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タイトル付きの図">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xmlns="" id="{2D915DB0-AA4A-F640-B0AC-7AFE97E99E0A}"/>
              </a:ext>
            </a:extLst>
          </p:cNvPr>
          <p:cNvSpPr>
            <a:spLocks noGrp="1"/>
          </p:cNvSpPr>
          <p:nvPr>
            <p:ph type="body" sz="half" idx="2"/>
          </p:nvPr>
        </p:nvSpPr>
        <p:spPr>
          <a:xfrm>
            <a:off x="345802" y="998483"/>
            <a:ext cx="3795273" cy="5087006"/>
          </a:xfrm>
        </p:spPr>
        <p:txBody>
          <a:bodyPr/>
          <a:lstStyle>
            <a:lvl1pPr marL="0" indent="0">
              <a:lnSpc>
                <a:spcPct val="100000"/>
              </a:lnSpc>
              <a:buNone/>
              <a:defRPr sz="2000"/>
            </a:lvl1pPr>
            <a:lvl2pPr marL="457200" indent="0">
              <a:lnSpc>
                <a:spcPct val="100000"/>
              </a:lnSpc>
              <a:buNone/>
              <a:defRPr sz="1800"/>
            </a:lvl2pPr>
            <a:lvl3pPr marL="914400" indent="0">
              <a:lnSpc>
                <a:spcPct val="100000"/>
              </a:lnSpc>
              <a:buNone/>
              <a:defRPr sz="1600"/>
            </a:lvl3pPr>
            <a:lvl4pPr marL="1371600" indent="0">
              <a:lnSpc>
                <a:spcPct val="100000"/>
              </a:lnSpc>
              <a:buNone/>
              <a:defRPr sz="1400"/>
            </a:lvl4pPr>
            <a:lvl5pPr marL="1828800" indent="0">
              <a:lnSpc>
                <a:spcPct val="100000"/>
              </a:lnSpc>
              <a:buNone/>
              <a:defRPr sz="12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9" name="テキスト プレースホルダー 3">
            <a:extLst>
              <a:ext uri="{FF2B5EF4-FFF2-40B4-BE49-F238E27FC236}">
                <a16:creationId xmlns:a16="http://schemas.microsoft.com/office/drawing/2014/main" xmlns="" id="{E816C909-C0FF-F24E-8D2F-73A956178C4D}"/>
              </a:ext>
            </a:extLst>
          </p:cNvPr>
          <p:cNvSpPr>
            <a:spLocks noGrp="1"/>
          </p:cNvSpPr>
          <p:nvPr>
            <p:ph type="body" sz="half" idx="13"/>
          </p:nvPr>
        </p:nvSpPr>
        <p:spPr>
          <a:xfrm>
            <a:off x="4439816" y="998483"/>
            <a:ext cx="7405343" cy="5087006"/>
          </a:xfrm>
        </p:spPr>
        <p:txBody>
          <a:bodyPr>
            <a:normAutofit/>
          </a:bodyPr>
          <a:lstStyle>
            <a:lvl1pPr marL="0" indent="0">
              <a:lnSpc>
                <a:spcPct val="100000"/>
              </a:lnSpc>
              <a:buNone/>
              <a:defRPr sz="2000"/>
            </a:lvl1pPr>
            <a:lvl2pPr marL="457200" indent="0">
              <a:lnSpc>
                <a:spcPct val="100000"/>
              </a:lnSpc>
              <a:buNone/>
              <a:defRPr sz="1800"/>
            </a:lvl2pPr>
            <a:lvl3pPr marL="914400" indent="0">
              <a:lnSpc>
                <a:spcPct val="100000"/>
              </a:lnSpc>
              <a:buNone/>
              <a:defRPr sz="1600"/>
            </a:lvl3pPr>
            <a:lvl4pPr marL="1371600" indent="0">
              <a:lnSpc>
                <a:spcPct val="100000"/>
              </a:lnSpc>
              <a:buNone/>
              <a:defRPr sz="1400"/>
            </a:lvl4pPr>
            <a:lvl5pPr marL="1828800" indent="0">
              <a:lnSpc>
                <a:spcPct val="100000"/>
              </a:lnSpc>
              <a:buNone/>
              <a:defRPr sz="12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10" name="テキスト プレースホルダー 3">
            <a:extLst>
              <a:ext uri="{FF2B5EF4-FFF2-40B4-BE49-F238E27FC236}">
                <a16:creationId xmlns:a16="http://schemas.microsoft.com/office/drawing/2014/main" xmlns="" id="{5F23C526-34FD-D242-9BBF-E27AEEDB1DB8}"/>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11" name="スライド番号プレースホルダー 6">
            <a:extLst>
              <a:ext uri="{FF2B5EF4-FFF2-40B4-BE49-F238E27FC236}">
                <a16:creationId xmlns:a16="http://schemas.microsoft.com/office/drawing/2014/main" xmlns="" id="{DED6BD5C-DDA4-433D-B2BB-F5F42638AC71}"/>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11795976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タイトル付きの図">
    <p:spTree>
      <p:nvGrpSpPr>
        <p:cNvPr id="1" name=""/>
        <p:cNvGrpSpPr/>
        <p:nvPr/>
      </p:nvGrpSpPr>
      <p:grpSpPr>
        <a:xfrm>
          <a:off x="0" y="0"/>
          <a:ext cx="0" cy="0"/>
          <a:chOff x="0" y="0"/>
          <a:chExt cx="0" cy="0"/>
        </a:xfrm>
      </p:grpSpPr>
      <p:sp>
        <p:nvSpPr>
          <p:cNvPr id="3" name="図プレースホルダー 2">
            <a:extLst>
              <a:ext uri="{FF2B5EF4-FFF2-40B4-BE49-F238E27FC236}">
                <a16:creationId xmlns:a16="http://schemas.microsoft.com/office/drawing/2014/main" xmlns="" id="{EE44E86E-9867-9949-9AE6-9F8F1DBDA83E}"/>
              </a:ext>
            </a:extLst>
          </p:cNvPr>
          <p:cNvSpPr>
            <a:spLocks noGrp="1"/>
          </p:cNvSpPr>
          <p:nvPr>
            <p:ph type="pic" idx="1" hasCustomPrompt="1"/>
          </p:nvPr>
        </p:nvSpPr>
        <p:spPr>
          <a:xfrm>
            <a:off x="4445876" y="1008993"/>
            <a:ext cx="7746124" cy="5108027"/>
          </a:xfrm>
        </p:spPr>
        <p:txBody>
          <a:bodyPr anchor="ctr">
            <a:normAutofit/>
          </a:bodyPr>
          <a:lstStyle>
            <a:lvl1pPr marL="0" indent="0" algn="ctr">
              <a:buNone/>
              <a:defRPr sz="6000" b="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画像</a:t>
            </a:r>
          </a:p>
        </p:txBody>
      </p:sp>
      <p:sp>
        <p:nvSpPr>
          <p:cNvPr id="14" name="テキスト プレースホルダー 3">
            <a:extLst>
              <a:ext uri="{FF2B5EF4-FFF2-40B4-BE49-F238E27FC236}">
                <a16:creationId xmlns:a16="http://schemas.microsoft.com/office/drawing/2014/main" xmlns="" id="{7D05870D-79A2-C64F-BEF4-5FD8EC1BF690}"/>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15" name="テキスト プレースホルダー 3">
            <a:extLst>
              <a:ext uri="{FF2B5EF4-FFF2-40B4-BE49-F238E27FC236}">
                <a16:creationId xmlns:a16="http://schemas.microsoft.com/office/drawing/2014/main" xmlns="" id="{6971AE13-B4FE-1347-BA5D-346098CF725E}"/>
              </a:ext>
            </a:extLst>
          </p:cNvPr>
          <p:cNvSpPr>
            <a:spLocks noGrp="1"/>
          </p:cNvSpPr>
          <p:nvPr>
            <p:ph type="body" sz="half" idx="2"/>
          </p:nvPr>
        </p:nvSpPr>
        <p:spPr>
          <a:xfrm>
            <a:off x="345802" y="998483"/>
            <a:ext cx="3795273" cy="5087006"/>
          </a:xfrm>
        </p:spPr>
        <p:txBody>
          <a:bodyPr/>
          <a:lstStyle>
            <a:lvl1pPr marL="0" indent="0">
              <a:lnSpc>
                <a:spcPct val="100000"/>
              </a:lnSpc>
              <a:buNone/>
              <a:defRPr sz="2000"/>
            </a:lvl1pPr>
            <a:lvl2pPr marL="457200" indent="0">
              <a:lnSpc>
                <a:spcPct val="100000"/>
              </a:lnSpc>
              <a:buNone/>
              <a:defRPr sz="1800"/>
            </a:lvl2pPr>
            <a:lvl3pPr marL="914400" indent="0">
              <a:lnSpc>
                <a:spcPct val="100000"/>
              </a:lnSpc>
              <a:buNone/>
              <a:defRPr sz="1600"/>
            </a:lvl3pPr>
            <a:lvl4pPr marL="1371600" indent="0">
              <a:lnSpc>
                <a:spcPct val="100000"/>
              </a:lnSpc>
              <a:buNone/>
              <a:defRPr sz="1400"/>
            </a:lvl4pPr>
            <a:lvl5pPr marL="1828800" indent="0">
              <a:lnSpc>
                <a:spcPct val="100000"/>
              </a:lnSpc>
              <a:buNone/>
              <a:defRPr sz="12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9" name="スライド番号プレースホルダー 6">
            <a:extLst>
              <a:ext uri="{FF2B5EF4-FFF2-40B4-BE49-F238E27FC236}">
                <a16:creationId xmlns:a16="http://schemas.microsoft.com/office/drawing/2014/main" xmlns="" id="{056B0C11-2003-4ACF-9275-7D3435720317}"/>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3546761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タイトル付きの図">
    <p:spTree>
      <p:nvGrpSpPr>
        <p:cNvPr id="1" name=""/>
        <p:cNvGrpSpPr/>
        <p:nvPr/>
      </p:nvGrpSpPr>
      <p:grpSpPr>
        <a:xfrm>
          <a:off x="0" y="0"/>
          <a:ext cx="0" cy="0"/>
          <a:chOff x="0" y="0"/>
          <a:chExt cx="0" cy="0"/>
        </a:xfrm>
      </p:grpSpPr>
      <p:sp>
        <p:nvSpPr>
          <p:cNvPr id="9" name="図プレースホルダー 2">
            <a:extLst>
              <a:ext uri="{FF2B5EF4-FFF2-40B4-BE49-F238E27FC236}">
                <a16:creationId xmlns:a16="http://schemas.microsoft.com/office/drawing/2014/main" xmlns="" id="{0AB56CFB-B6E8-C346-99AB-A5373EAE923A}"/>
              </a:ext>
            </a:extLst>
          </p:cNvPr>
          <p:cNvSpPr>
            <a:spLocks noGrp="1"/>
          </p:cNvSpPr>
          <p:nvPr>
            <p:ph type="pic" idx="13" hasCustomPrompt="1"/>
          </p:nvPr>
        </p:nvSpPr>
        <p:spPr>
          <a:xfrm>
            <a:off x="283780" y="1008993"/>
            <a:ext cx="5507420" cy="5108027"/>
          </a:xfrm>
        </p:spPr>
        <p:txBody>
          <a:bodyPr anchor="ctr">
            <a:normAutofit/>
          </a:bodyPr>
          <a:lstStyle>
            <a:lvl1pPr marL="0" indent="0" algn="ctr">
              <a:buNone/>
              <a:defRPr sz="6000" b="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画像</a:t>
            </a:r>
          </a:p>
        </p:txBody>
      </p:sp>
      <p:sp>
        <p:nvSpPr>
          <p:cNvPr id="15" name="テキスト プレースホルダー 3">
            <a:extLst>
              <a:ext uri="{FF2B5EF4-FFF2-40B4-BE49-F238E27FC236}">
                <a16:creationId xmlns:a16="http://schemas.microsoft.com/office/drawing/2014/main" xmlns="" id="{E0A7B939-AC1C-8E45-9002-A4316C1BF4E7}"/>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16" name="テキスト プレースホルダー 3">
            <a:extLst>
              <a:ext uri="{FF2B5EF4-FFF2-40B4-BE49-F238E27FC236}">
                <a16:creationId xmlns:a16="http://schemas.microsoft.com/office/drawing/2014/main" xmlns="" id="{C1C5C69D-4C13-2140-B8D0-E80CC2210BBA}"/>
              </a:ext>
            </a:extLst>
          </p:cNvPr>
          <p:cNvSpPr>
            <a:spLocks noGrp="1"/>
          </p:cNvSpPr>
          <p:nvPr>
            <p:ph type="body" sz="half" idx="15"/>
          </p:nvPr>
        </p:nvSpPr>
        <p:spPr>
          <a:xfrm>
            <a:off x="5938345" y="998483"/>
            <a:ext cx="5917323" cy="5087006"/>
          </a:xfrm>
        </p:spPr>
        <p:txBody>
          <a:bodyPr/>
          <a:lstStyle>
            <a:lvl1pPr marL="0" indent="0">
              <a:lnSpc>
                <a:spcPct val="100000"/>
              </a:lnSpc>
              <a:buNone/>
              <a:defRPr sz="2400"/>
            </a:lvl1pPr>
            <a:lvl2pPr marL="457200" indent="0">
              <a:lnSpc>
                <a:spcPct val="100000"/>
              </a:lnSpc>
              <a:buNone/>
              <a:defRPr sz="2000"/>
            </a:lvl2pPr>
            <a:lvl3pPr marL="914400" indent="0">
              <a:lnSpc>
                <a:spcPct val="100000"/>
              </a:lnSpc>
              <a:buNone/>
              <a:defRPr sz="1800"/>
            </a:lvl3pPr>
            <a:lvl4pPr marL="1371600" indent="0">
              <a:lnSpc>
                <a:spcPct val="100000"/>
              </a:lnSpc>
              <a:buNone/>
              <a:defRPr sz="1600"/>
            </a:lvl4pPr>
            <a:lvl5pPr marL="1828800" indent="0">
              <a:lnSpc>
                <a:spcPct val="100000"/>
              </a:lnSpc>
              <a:buNone/>
              <a:defRPr sz="14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10" name="スライド番号プレースホルダー 6">
            <a:extLst>
              <a:ext uri="{FF2B5EF4-FFF2-40B4-BE49-F238E27FC236}">
                <a16:creationId xmlns:a16="http://schemas.microsoft.com/office/drawing/2014/main" xmlns="" id="{68A629BE-100C-4EF8-B7E3-8C78970A9109}"/>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21192002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5_タイトル付きの図">
    <p:spTree>
      <p:nvGrpSpPr>
        <p:cNvPr id="1" name=""/>
        <p:cNvGrpSpPr/>
        <p:nvPr/>
      </p:nvGrpSpPr>
      <p:grpSpPr>
        <a:xfrm>
          <a:off x="0" y="0"/>
          <a:ext cx="0" cy="0"/>
          <a:chOff x="0" y="0"/>
          <a:chExt cx="0" cy="0"/>
        </a:xfrm>
      </p:grpSpPr>
      <p:sp>
        <p:nvSpPr>
          <p:cNvPr id="15" name="テキスト プレースホルダー 3">
            <a:extLst>
              <a:ext uri="{FF2B5EF4-FFF2-40B4-BE49-F238E27FC236}">
                <a16:creationId xmlns:a16="http://schemas.microsoft.com/office/drawing/2014/main" xmlns="" id="{E0A7B939-AC1C-8E45-9002-A4316C1BF4E7}"/>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3" name="表プレースホルダー 2">
            <a:extLst>
              <a:ext uri="{FF2B5EF4-FFF2-40B4-BE49-F238E27FC236}">
                <a16:creationId xmlns:a16="http://schemas.microsoft.com/office/drawing/2014/main" xmlns="" id="{26A96305-30DD-E140-B5FD-DA7BD048EDA3}"/>
              </a:ext>
            </a:extLst>
          </p:cNvPr>
          <p:cNvSpPr>
            <a:spLocks noGrp="1"/>
          </p:cNvSpPr>
          <p:nvPr>
            <p:ph type="tbl" sz="quarter" idx="15"/>
          </p:nvPr>
        </p:nvSpPr>
        <p:spPr>
          <a:xfrm>
            <a:off x="283779" y="1008335"/>
            <a:ext cx="11571890" cy="5119195"/>
          </a:xfrm>
        </p:spPr>
        <p:txBody>
          <a:bodyPr>
            <a:normAutofit/>
          </a:bodyPr>
          <a:lstStyle>
            <a:lvl1pPr marL="0" indent="0" algn="ctr">
              <a:buNone/>
              <a:defRPr sz="6000" b="0"/>
            </a:lvl1pPr>
          </a:lstStyle>
          <a:p>
            <a:r>
              <a:rPr kumimoji="1" lang="ja-JP" altLang="en-US"/>
              <a:t>表</a:t>
            </a:r>
          </a:p>
        </p:txBody>
      </p:sp>
      <p:sp>
        <p:nvSpPr>
          <p:cNvPr id="8" name="スライド番号プレースホルダー 6">
            <a:extLst>
              <a:ext uri="{FF2B5EF4-FFF2-40B4-BE49-F238E27FC236}">
                <a16:creationId xmlns:a16="http://schemas.microsoft.com/office/drawing/2014/main" xmlns="" id="{5FDD6312-CBDD-4FD9-BA58-44DA794B1B04}"/>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3986346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タイトル付きの図">
    <p:spTree>
      <p:nvGrpSpPr>
        <p:cNvPr id="1" name=""/>
        <p:cNvGrpSpPr/>
        <p:nvPr/>
      </p:nvGrpSpPr>
      <p:grpSpPr>
        <a:xfrm>
          <a:off x="0" y="0"/>
          <a:ext cx="0" cy="0"/>
          <a:chOff x="0" y="0"/>
          <a:chExt cx="0" cy="0"/>
        </a:xfrm>
      </p:grpSpPr>
      <p:sp>
        <p:nvSpPr>
          <p:cNvPr id="9" name="図プレースホルダー 2">
            <a:extLst>
              <a:ext uri="{FF2B5EF4-FFF2-40B4-BE49-F238E27FC236}">
                <a16:creationId xmlns:a16="http://schemas.microsoft.com/office/drawing/2014/main" xmlns="" id="{0AB56CFB-B6E8-C346-99AB-A5373EAE923A}"/>
              </a:ext>
            </a:extLst>
          </p:cNvPr>
          <p:cNvSpPr>
            <a:spLocks noGrp="1"/>
          </p:cNvSpPr>
          <p:nvPr>
            <p:ph type="pic" idx="13" hasCustomPrompt="1"/>
          </p:nvPr>
        </p:nvSpPr>
        <p:spPr>
          <a:xfrm>
            <a:off x="283779" y="1008994"/>
            <a:ext cx="11582399" cy="4803228"/>
          </a:xfrm>
        </p:spPr>
        <p:txBody>
          <a:bodyPr anchor="ctr">
            <a:normAutofit/>
          </a:bodyPr>
          <a:lstStyle>
            <a:lvl1pPr marL="0" indent="0" algn="ctr">
              <a:buNone/>
              <a:defRPr sz="6000" b="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画像</a:t>
            </a:r>
          </a:p>
        </p:txBody>
      </p:sp>
      <p:sp>
        <p:nvSpPr>
          <p:cNvPr id="15" name="テキスト プレースホルダー 3">
            <a:extLst>
              <a:ext uri="{FF2B5EF4-FFF2-40B4-BE49-F238E27FC236}">
                <a16:creationId xmlns:a16="http://schemas.microsoft.com/office/drawing/2014/main" xmlns="" id="{E0A7B939-AC1C-8E45-9002-A4316C1BF4E7}"/>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16" name="テキスト プレースホルダー 3">
            <a:extLst>
              <a:ext uri="{FF2B5EF4-FFF2-40B4-BE49-F238E27FC236}">
                <a16:creationId xmlns:a16="http://schemas.microsoft.com/office/drawing/2014/main" xmlns="" id="{C1C5C69D-4C13-2140-B8D0-E80CC2210BBA}"/>
              </a:ext>
            </a:extLst>
          </p:cNvPr>
          <p:cNvSpPr>
            <a:spLocks noGrp="1"/>
          </p:cNvSpPr>
          <p:nvPr>
            <p:ph type="body" sz="half" idx="15"/>
          </p:nvPr>
        </p:nvSpPr>
        <p:spPr>
          <a:xfrm>
            <a:off x="273269" y="5927833"/>
            <a:ext cx="11592910" cy="430106"/>
          </a:xfrm>
        </p:spPr>
        <p:txBody>
          <a:bodyPr anchor="ctr">
            <a:normAutofit/>
          </a:bodyPr>
          <a:lstStyle>
            <a:lvl1pPr marL="0" indent="0" algn="ctr">
              <a:lnSpc>
                <a:spcPct val="100000"/>
              </a:lnSpc>
              <a:buNone/>
              <a:defRPr sz="180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indent="0">
              <a:lnSpc>
                <a:spcPct val="100000"/>
              </a:lnSpc>
              <a:buNone/>
              <a:defRPr sz="2000"/>
            </a:lvl2pPr>
            <a:lvl3pPr marL="914400" indent="0">
              <a:lnSpc>
                <a:spcPct val="100000"/>
              </a:lnSpc>
              <a:buNone/>
              <a:defRPr sz="1800"/>
            </a:lvl3pPr>
            <a:lvl4pPr marL="1371600" indent="0">
              <a:lnSpc>
                <a:spcPct val="100000"/>
              </a:lnSpc>
              <a:buNone/>
              <a:defRPr sz="1600"/>
            </a:lvl4pPr>
            <a:lvl5pPr marL="1828800" indent="0">
              <a:lnSpc>
                <a:spcPct val="100000"/>
              </a:lnSpc>
              <a:buNone/>
              <a:defRPr sz="14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p>
        </p:txBody>
      </p:sp>
      <p:sp>
        <p:nvSpPr>
          <p:cNvPr id="10" name="スライド番号プレースホルダー 6">
            <a:extLst>
              <a:ext uri="{FF2B5EF4-FFF2-40B4-BE49-F238E27FC236}">
                <a16:creationId xmlns:a16="http://schemas.microsoft.com/office/drawing/2014/main" xmlns="" id="{2D03DA3D-8FA3-4AA0-BAC6-F7FBB5AFE22E}"/>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287551323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タイトル付きの図">
    <p:spTree>
      <p:nvGrpSpPr>
        <p:cNvPr id="1" name=""/>
        <p:cNvGrpSpPr/>
        <p:nvPr/>
      </p:nvGrpSpPr>
      <p:grpSpPr>
        <a:xfrm>
          <a:off x="0" y="0"/>
          <a:ext cx="0" cy="0"/>
          <a:chOff x="0" y="0"/>
          <a:chExt cx="0" cy="0"/>
        </a:xfrm>
      </p:grpSpPr>
      <p:sp>
        <p:nvSpPr>
          <p:cNvPr id="9" name="図プレースホルダー 2">
            <a:extLst>
              <a:ext uri="{FF2B5EF4-FFF2-40B4-BE49-F238E27FC236}">
                <a16:creationId xmlns:a16="http://schemas.microsoft.com/office/drawing/2014/main" xmlns="" id="{0AB56CFB-B6E8-C346-99AB-A5373EAE923A}"/>
              </a:ext>
            </a:extLst>
          </p:cNvPr>
          <p:cNvSpPr>
            <a:spLocks noGrp="1"/>
          </p:cNvSpPr>
          <p:nvPr>
            <p:ph type="pic" idx="13" hasCustomPrompt="1"/>
          </p:nvPr>
        </p:nvSpPr>
        <p:spPr>
          <a:xfrm>
            <a:off x="0" y="1008993"/>
            <a:ext cx="12191999" cy="5055475"/>
          </a:xfrm>
        </p:spPr>
        <p:txBody>
          <a:bodyPr anchor="ctr">
            <a:normAutofit/>
          </a:bodyPr>
          <a:lstStyle>
            <a:lvl1pPr marL="0" indent="0" algn="ctr">
              <a:buNone/>
              <a:defRPr sz="6000" b="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画像</a:t>
            </a:r>
          </a:p>
        </p:txBody>
      </p:sp>
      <p:sp>
        <p:nvSpPr>
          <p:cNvPr id="15" name="テキスト プレースホルダー 3">
            <a:extLst>
              <a:ext uri="{FF2B5EF4-FFF2-40B4-BE49-F238E27FC236}">
                <a16:creationId xmlns:a16="http://schemas.microsoft.com/office/drawing/2014/main" xmlns="" id="{E0A7B939-AC1C-8E45-9002-A4316C1BF4E7}"/>
              </a:ext>
            </a:extLst>
          </p:cNvPr>
          <p:cNvSpPr>
            <a:spLocks noGrp="1"/>
          </p:cNvSpPr>
          <p:nvPr>
            <p:ph type="body" sz="half" idx="14" hasCustomPrompt="1"/>
          </p:nvPr>
        </p:nvSpPr>
        <p:spPr>
          <a:xfrm>
            <a:off x="282739" y="258645"/>
            <a:ext cx="11572930" cy="466570"/>
          </a:xfrm>
        </p:spPr>
        <p:txBody>
          <a:bodyPr>
            <a:normAutofit/>
          </a:bodyPr>
          <a:lstStyle>
            <a:lvl1pPr marL="0" indent="0">
              <a:buNone/>
              <a:defRPr sz="240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ページタイトル</a:t>
            </a:r>
          </a:p>
        </p:txBody>
      </p:sp>
      <p:sp>
        <p:nvSpPr>
          <p:cNvPr id="16" name="テキスト プレースホルダー 3">
            <a:extLst>
              <a:ext uri="{FF2B5EF4-FFF2-40B4-BE49-F238E27FC236}">
                <a16:creationId xmlns:a16="http://schemas.microsoft.com/office/drawing/2014/main" xmlns="" id="{C1C5C69D-4C13-2140-B8D0-E80CC2210BBA}"/>
              </a:ext>
            </a:extLst>
          </p:cNvPr>
          <p:cNvSpPr>
            <a:spLocks noGrp="1"/>
          </p:cNvSpPr>
          <p:nvPr>
            <p:ph type="body" sz="half" idx="15"/>
          </p:nvPr>
        </p:nvSpPr>
        <p:spPr>
          <a:xfrm>
            <a:off x="273269" y="6243142"/>
            <a:ext cx="11592910" cy="504497"/>
          </a:xfrm>
        </p:spPr>
        <p:txBody>
          <a:bodyPr anchor="ctr">
            <a:normAutofit/>
          </a:bodyPr>
          <a:lstStyle>
            <a:lvl1pPr marL="0" indent="0" algn="ctr">
              <a:lnSpc>
                <a:spcPct val="100000"/>
              </a:lnSpc>
              <a:buNone/>
              <a:defRPr sz="2000">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457200" indent="0">
              <a:lnSpc>
                <a:spcPct val="100000"/>
              </a:lnSpc>
              <a:buNone/>
              <a:defRPr sz="2000"/>
            </a:lvl2pPr>
            <a:lvl3pPr marL="914400" indent="0">
              <a:lnSpc>
                <a:spcPct val="100000"/>
              </a:lnSpc>
              <a:buNone/>
              <a:defRPr sz="1800"/>
            </a:lvl3pPr>
            <a:lvl4pPr marL="1371600" indent="0">
              <a:lnSpc>
                <a:spcPct val="100000"/>
              </a:lnSpc>
              <a:buNone/>
              <a:defRPr sz="1600"/>
            </a:lvl4pPr>
            <a:lvl5pPr marL="1828800" indent="0">
              <a:lnSpc>
                <a:spcPct val="100000"/>
              </a:lnSpc>
              <a:buNone/>
              <a:defRPr sz="1400"/>
            </a:lvl5pPr>
            <a:lvl6pPr marL="2286000" indent="0">
              <a:buNone/>
              <a:defRPr sz="1000"/>
            </a:lvl6pPr>
            <a:lvl7pPr marL="2743200" indent="0">
              <a:buNone/>
              <a:defRPr sz="1000"/>
            </a:lvl7pPr>
            <a:lvl8pPr marL="3200400" indent="0">
              <a:buNone/>
              <a:defRPr sz="1000"/>
            </a:lvl8pPr>
            <a:lvl9pPr marL="3657600" indent="0">
              <a:buNone/>
              <a:defRPr sz="1000"/>
            </a:lvl9pPr>
          </a:lstStyle>
          <a:p>
            <a:r>
              <a:rPr kumimoji="1" lang="ja-JP" altLang="en-US"/>
              <a:t>マスター テキストの書式設定</a:t>
            </a:r>
          </a:p>
        </p:txBody>
      </p:sp>
    </p:spTree>
    <p:extLst>
      <p:ext uri="{BB962C8B-B14F-4D97-AF65-F5344CB8AC3E}">
        <p14:creationId xmlns:p14="http://schemas.microsoft.com/office/powerpoint/2010/main" val="239360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xmlns="" id="{0691A151-6F2D-C743-BC31-4CD1B35A91A6}"/>
              </a:ext>
            </a:extLst>
          </p:cNvPr>
          <p:cNvSpPr>
            <a:spLocks noGrp="1"/>
          </p:cNvSpPr>
          <p:nvPr>
            <p:ph type="title"/>
          </p:nvPr>
        </p:nvSpPr>
        <p:spPr>
          <a:xfrm>
            <a:off x="325821" y="315311"/>
            <a:ext cx="11603420" cy="1072055"/>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xmlns="" id="{E19B2D3A-9151-5F4B-8BF3-24886AEF8CF7}"/>
              </a:ext>
            </a:extLst>
          </p:cNvPr>
          <p:cNvSpPr>
            <a:spLocks noGrp="1"/>
          </p:cNvSpPr>
          <p:nvPr>
            <p:ph type="body" idx="1"/>
          </p:nvPr>
        </p:nvSpPr>
        <p:spPr>
          <a:xfrm>
            <a:off x="325821" y="1587062"/>
            <a:ext cx="11603420" cy="4589901"/>
          </a:xfrm>
          <a:prstGeom prst="rect">
            <a:avLst/>
          </a:prstGeom>
        </p:spPr>
        <p:txBody>
          <a:bodyPr vert="horz" lIns="91440" tIns="45720" rIns="91440" bIns="45720" rtlCol="0">
            <a:normAutofit/>
          </a:body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8" name="スライド番号プレースホルダー 6">
            <a:extLst>
              <a:ext uri="{FF2B5EF4-FFF2-40B4-BE49-F238E27FC236}">
                <a16:creationId xmlns:a16="http://schemas.microsoft.com/office/drawing/2014/main" xmlns="" id="{4230315F-6E83-4294-B0B7-27750EB25494}"/>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1912700142"/>
      </p:ext>
    </p:extLst>
  </p:cSld>
  <p:clrMap bg1="lt1" tx1="dk1" bg2="lt2" tx2="dk2" accent1="accent1" accent2="accent2" accent3="accent3" accent4="accent4" accent5="accent5" accent6="accent6" hlink="hlink" folHlink="folHlink"/>
  <p:sldLayoutIdLst>
    <p:sldLayoutId id="2147483681" r:id="rId1"/>
    <p:sldLayoutId id="2147483712" r:id="rId2"/>
    <p:sldLayoutId id="2147483711" r:id="rId3"/>
    <p:sldLayoutId id="2147483705" r:id="rId4"/>
    <p:sldLayoutId id="2147483715" r:id="rId5"/>
    <p:sldLayoutId id="2147483721" r:id="rId6"/>
    <p:sldLayoutId id="2147483740" r:id="rId7"/>
    <p:sldLayoutId id="2147483722" r:id="rId8"/>
    <p:sldLayoutId id="2147483723"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82" r:id="rId18"/>
    <p:sldLayoutId id="2147483714" r:id="rId19"/>
    <p:sldLayoutId id="2147483704" r:id="rId20"/>
    <p:sldLayoutId id="2147483724" r:id="rId21"/>
    <p:sldLayoutId id="2147483666" r:id="rId22"/>
    <p:sldLayoutId id="2147483650" r:id="rId23"/>
    <p:sldLayoutId id="2147483652" r:id="rId24"/>
    <p:sldLayoutId id="2147483657" r:id="rId25"/>
    <p:sldLayoutId id="2147483660" r:id="rId26"/>
    <p:sldLayoutId id="2147483661" r:id="rId27"/>
    <p:sldLayoutId id="2147483665" r:id="rId28"/>
    <p:sldLayoutId id="2147483663" r:id="rId29"/>
    <p:sldLayoutId id="2147483664" r:id="rId30"/>
  </p:sldLayoutIdLst>
  <p:hf hdr="0"/>
  <p:txStyles>
    <p:titleStyle>
      <a:lvl1pPr algn="l" defTabSz="914400" rtl="0" eaLnBrk="1" latinLnBrk="0" hangingPunct="1">
        <a:lnSpc>
          <a:spcPct val="90000"/>
        </a:lnSpc>
        <a:spcBef>
          <a:spcPct val="0"/>
        </a:spcBef>
        <a:buNone/>
        <a:defRPr kumimoji="1" sz="4400" b="1" i="0" kern="1200">
          <a:solidFill>
            <a:schemeClr val="tx1"/>
          </a:solidFill>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kumimoji="1" sz="2400" b="1" i="0" kern="1200">
          <a:solidFill>
            <a:schemeClr val="tx1"/>
          </a:solidFill>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2400" b="0" i="0" kern="1200">
          <a:solidFill>
            <a:schemeClr val="tx1"/>
          </a:solidFill>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2000" b="0" i="0" kern="1200">
          <a:solidFill>
            <a:schemeClr val="tx1"/>
          </a:solidFill>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b="0" i="0" kern="1200">
          <a:solidFill>
            <a:schemeClr val="tx1"/>
          </a:solidFill>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200" b="0" i="0" kern="1200">
          <a:solidFill>
            <a:schemeClr val="tx1"/>
          </a:solidFill>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xmlns="" id="{0691A151-6F2D-C743-BC31-4CD1B35A91A6}"/>
              </a:ext>
            </a:extLst>
          </p:cNvPr>
          <p:cNvSpPr>
            <a:spLocks noGrp="1"/>
          </p:cNvSpPr>
          <p:nvPr>
            <p:ph type="title"/>
          </p:nvPr>
        </p:nvSpPr>
        <p:spPr>
          <a:xfrm>
            <a:off x="325821" y="315311"/>
            <a:ext cx="11603420" cy="1072055"/>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xmlns="" id="{E19B2D3A-9151-5F4B-8BF3-24886AEF8CF7}"/>
              </a:ext>
            </a:extLst>
          </p:cNvPr>
          <p:cNvSpPr>
            <a:spLocks noGrp="1"/>
          </p:cNvSpPr>
          <p:nvPr>
            <p:ph type="body" idx="1"/>
          </p:nvPr>
        </p:nvSpPr>
        <p:spPr>
          <a:xfrm>
            <a:off x="325821" y="1587062"/>
            <a:ext cx="11603420" cy="4589901"/>
          </a:xfrm>
          <a:prstGeom prst="rect">
            <a:avLst/>
          </a:prstGeom>
        </p:spPr>
        <p:txBody>
          <a:bodyPr vert="horz" lIns="91440" tIns="45720" rIns="91440" bIns="45720" rtlCol="0">
            <a:normAutofit/>
          </a:bodyPr>
          <a:lstStyle/>
          <a:p>
            <a:r>
              <a:rPr kumimoji="1" lang="ja-JP" altLang="en-US"/>
              <a:t>マスター テキストの書式設定</a:t>
            </a:r>
            <a:endParaRPr kumimoji="1" lang="en-US" altLang="ja-JP"/>
          </a:p>
          <a:p>
            <a:pPr lvl="1"/>
            <a:r>
              <a:rPr kumimoji="1" lang="ja-JP" altLang="en-US"/>
              <a:t>第 </a:t>
            </a:r>
            <a:r>
              <a:rPr kumimoji="1" lang="en-US" altLang="ja-JP"/>
              <a:t>2 </a:t>
            </a:r>
            <a:r>
              <a:rPr kumimoji="1" lang="ja-JP" altLang="en-US"/>
              <a:t>レベル</a:t>
            </a:r>
            <a:endParaRPr kumimoji="1" lang="en-US" altLang="ja-JP"/>
          </a:p>
          <a:p>
            <a:pPr lvl="2"/>
            <a:r>
              <a:rPr kumimoji="1" lang="ja-JP" altLang="en-US"/>
              <a:t>第 </a:t>
            </a:r>
            <a:r>
              <a:rPr kumimoji="1" lang="en-US" altLang="ja-JP"/>
              <a:t>3 </a:t>
            </a:r>
            <a:r>
              <a:rPr kumimoji="1" lang="ja-JP" altLang="en-US"/>
              <a:t>レベル</a:t>
            </a:r>
            <a:endParaRPr kumimoji="1" lang="en-US" altLang="ja-JP"/>
          </a:p>
          <a:p>
            <a:pPr lvl="3"/>
            <a:r>
              <a:rPr kumimoji="1" lang="ja-JP" altLang="en-US"/>
              <a:t>第 </a:t>
            </a:r>
            <a:r>
              <a:rPr kumimoji="1" lang="en-US" altLang="ja-JP"/>
              <a:t>4 </a:t>
            </a:r>
            <a:r>
              <a:rPr kumimoji="1" lang="ja-JP" altLang="en-US"/>
              <a:t>レベル</a:t>
            </a:r>
            <a:endParaRPr kumimoji="1" lang="en-US" altLang="ja-JP"/>
          </a:p>
          <a:p>
            <a:pPr lvl="4"/>
            <a:r>
              <a:rPr kumimoji="1" lang="ja-JP" altLang="en-US"/>
              <a:t>第 </a:t>
            </a:r>
            <a:r>
              <a:rPr kumimoji="1" lang="en-US" altLang="ja-JP"/>
              <a:t>5 </a:t>
            </a:r>
            <a:r>
              <a:rPr kumimoji="1" lang="ja-JP" altLang="en-US"/>
              <a:t>レベル</a:t>
            </a:r>
          </a:p>
        </p:txBody>
      </p:sp>
      <p:sp>
        <p:nvSpPr>
          <p:cNvPr id="12" name="スライド番号プレースホルダー 6">
            <a:extLst>
              <a:ext uri="{FF2B5EF4-FFF2-40B4-BE49-F238E27FC236}">
                <a16:creationId xmlns:a16="http://schemas.microsoft.com/office/drawing/2014/main" xmlns="" id="{C5F2E583-B129-924D-966C-EF5BAE8E7B13}"/>
              </a:ext>
            </a:extLst>
          </p:cNvPr>
          <p:cNvSpPr>
            <a:spLocks noGrp="1"/>
          </p:cNvSpPr>
          <p:nvPr>
            <p:ph type="sldNum" sz="quarter" idx="4"/>
          </p:nvPr>
        </p:nvSpPr>
        <p:spPr>
          <a:xfrm>
            <a:off x="9343696" y="6492875"/>
            <a:ext cx="2743200" cy="365125"/>
          </a:xfrm>
          <a:prstGeom prst="rect">
            <a:avLst/>
          </a:prstGeom>
        </p:spPr>
        <p:txBody>
          <a:bodyPr anchor="ctr"/>
          <a:lstStyle>
            <a:lvl1pPr algn="r">
              <a:defRPr sz="1000">
                <a:latin typeface="源真ゴシック Regular" panose="020B0302020203020207" pitchFamily="50" charset="-128"/>
                <a:ea typeface="源真ゴシック Regular" panose="020B0302020203020207" pitchFamily="50" charset="-128"/>
                <a:cs typeface="源真ゴシック Regular" panose="020B0302020203020207" pitchFamily="50" charset="-128"/>
              </a:defRPr>
            </a:lvl1pPr>
          </a:lstStyle>
          <a:p>
            <a:fld id="{6C8F67FE-2B9A-CC4E-A2F4-02E44906EFCC}" type="slidenum">
              <a:rPr lang="ja-JP" altLang="en-US" smtClean="0"/>
              <a:pPr/>
              <a:t>‹#›</a:t>
            </a:fld>
            <a:endParaRPr lang="ja-JP" altLang="en-US"/>
          </a:p>
        </p:txBody>
      </p:sp>
    </p:spTree>
    <p:extLst>
      <p:ext uri="{BB962C8B-B14F-4D97-AF65-F5344CB8AC3E}">
        <p14:creationId xmlns:p14="http://schemas.microsoft.com/office/powerpoint/2010/main" val="2042414795"/>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hf hdr="0"/>
  <p:txStyles>
    <p:titleStyle>
      <a:lvl1pPr algn="l" defTabSz="914400" rtl="0" eaLnBrk="1" latinLnBrk="0" hangingPunct="1">
        <a:lnSpc>
          <a:spcPct val="90000"/>
        </a:lnSpc>
        <a:spcBef>
          <a:spcPct val="0"/>
        </a:spcBef>
        <a:buNone/>
        <a:defRPr kumimoji="1" sz="4400" b="1" i="0" kern="1200">
          <a:solidFill>
            <a:schemeClr val="tx1"/>
          </a:solidFill>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kumimoji="1" sz="2400" b="1" i="0" kern="1200">
          <a:solidFill>
            <a:schemeClr val="tx1"/>
          </a:solidFill>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2400" b="0" i="0" kern="1200">
          <a:solidFill>
            <a:schemeClr val="tx1"/>
          </a:solidFill>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2000" b="0" i="0" kern="1200">
          <a:solidFill>
            <a:schemeClr val="tx1"/>
          </a:solidFill>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b="0" i="0" kern="1200">
          <a:solidFill>
            <a:schemeClr val="tx1"/>
          </a:solidFill>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200" b="0" i="0" kern="1200">
          <a:solidFill>
            <a:schemeClr val="tx1"/>
          </a:solidFill>
          <a:latin typeface="源真ゴシック Bold" panose="020B0602020203020207" pitchFamily="50" charset="-128"/>
          <a:ea typeface="源真ゴシック Bold" panose="020B0602020203020207" pitchFamily="50" charset="-128"/>
          <a:cs typeface="源真ゴシック Bold" panose="020B0602020203020207" pitchFamily="50" charset="-128"/>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hyperlink" Target="file:///\\vsv0054\fsroot\folders\SNTF0218\ALL\WG\BIOS\Requirements\StdBIOSSpec\Feature\SNCX%20System%20Charging%20Control%20Feature" TargetMode="Externa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xmlns="" id="{2701F0FF-2A5E-4751-B56F-78CCB329C536}"/>
              </a:ext>
            </a:extLst>
          </p:cNvPr>
          <p:cNvSpPr>
            <a:spLocks noGrp="1"/>
          </p:cNvSpPr>
          <p:nvPr>
            <p:ph type="title"/>
          </p:nvPr>
        </p:nvSpPr>
        <p:spPr>
          <a:xfrm>
            <a:off x="325821" y="315311"/>
            <a:ext cx="8416963" cy="821031"/>
          </a:xfrm>
        </p:spPr>
        <p:txBody>
          <a:bodyPr>
            <a:noAutofit/>
          </a:bodyPr>
          <a:lstStyle/>
          <a:p>
            <a:r>
              <a:rPr lang="en-US" altLang="ja-JP" sz="2800" dirty="0"/>
              <a:t>VAIO</a:t>
            </a:r>
            <a:r>
              <a:rPr lang="ja-JP" altLang="en-US" sz="2800" dirty="0"/>
              <a:t> ユーティリティ</a:t>
            </a:r>
            <a:r>
              <a:rPr lang="en-US" altLang="ja-JP" sz="2800" dirty="0"/>
              <a:t>/</a:t>
            </a:r>
            <a:r>
              <a:rPr lang="ja-JP" altLang="en-US" sz="2800" dirty="0"/>
              <a:t>アプリケーション開発依頼書</a:t>
            </a:r>
          </a:p>
        </p:txBody>
      </p:sp>
      <p:sp>
        <p:nvSpPr>
          <p:cNvPr id="4" name="スライド番号プレースホルダー 3">
            <a:extLst>
              <a:ext uri="{FF2B5EF4-FFF2-40B4-BE49-F238E27FC236}">
                <a16:creationId xmlns:a16="http://schemas.microsoft.com/office/drawing/2014/main" xmlns="" id="{A4A950B0-9913-4087-AA87-1FEF69C850CB}"/>
              </a:ext>
            </a:extLst>
          </p:cNvPr>
          <p:cNvSpPr>
            <a:spLocks noGrp="1"/>
          </p:cNvSpPr>
          <p:nvPr>
            <p:ph type="sldNum" sz="quarter" idx="12"/>
          </p:nvPr>
        </p:nvSpPr>
        <p:spPr/>
        <p:txBody>
          <a:bodyPr/>
          <a:lstStyle/>
          <a:p>
            <a:fld id="{6C8F67FE-2B9A-CC4E-A2F4-02E44906EFCC}" type="slidenum">
              <a:rPr lang="ja-JP" altLang="en-US" smtClean="0"/>
              <a:pPr/>
              <a:t>1</a:t>
            </a:fld>
            <a:endParaRPr lang="ja-JP" altLang="en-US"/>
          </a:p>
        </p:txBody>
      </p:sp>
      <p:graphicFrame>
        <p:nvGraphicFramePr>
          <p:cNvPr id="8" name="表 7">
            <a:extLst>
              <a:ext uri="{FF2B5EF4-FFF2-40B4-BE49-F238E27FC236}">
                <a16:creationId xmlns:a16="http://schemas.microsoft.com/office/drawing/2014/main" xmlns="" id="{2EAE97BD-DB65-4DD9-B05C-32CF9911195F}"/>
              </a:ext>
            </a:extLst>
          </p:cNvPr>
          <p:cNvGraphicFramePr>
            <a:graphicFrameLocks noGrp="1"/>
          </p:cNvGraphicFramePr>
          <p:nvPr>
            <p:extLst>
              <p:ext uri="{D42A27DB-BD31-4B8C-83A1-F6EECF244321}">
                <p14:modId xmlns:p14="http://schemas.microsoft.com/office/powerpoint/2010/main" val="621447656"/>
              </p:ext>
            </p:extLst>
          </p:nvPr>
        </p:nvGraphicFramePr>
        <p:xfrm>
          <a:off x="9455980" y="283890"/>
          <a:ext cx="2424690" cy="852452"/>
        </p:xfrm>
        <a:graphic>
          <a:graphicData uri="http://schemas.openxmlformats.org/drawingml/2006/table">
            <a:tbl>
              <a:tblPr firstRow="1" bandRow="1">
                <a:tableStyleId>{5940675A-B579-460E-94D1-54222C63F5DA}</a:tableStyleId>
              </a:tblPr>
              <a:tblGrid>
                <a:gridCol w="808230">
                  <a:extLst>
                    <a:ext uri="{9D8B030D-6E8A-4147-A177-3AD203B41FA5}">
                      <a16:colId xmlns:a16="http://schemas.microsoft.com/office/drawing/2014/main" xmlns="" val="2926904468"/>
                    </a:ext>
                  </a:extLst>
                </a:gridCol>
                <a:gridCol w="808230">
                  <a:extLst>
                    <a:ext uri="{9D8B030D-6E8A-4147-A177-3AD203B41FA5}">
                      <a16:colId xmlns:a16="http://schemas.microsoft.com/office/drawing/2014/main" xmlns="" val="1032488187"/>
                    </a:ext>
                  </a:extLst>
                </a:gridCol>
                <a:gridCol w="808230">
                  <a:extLst>
                    <a:ext uri="{9D8B030D-6E8A-4147-A177-3AD203B41FA5}">
                      <a16:colId xmlns:a16="http://schemas.microsoft.com/office/drawing/2014/main" xmlns="" val="3732889177"/>
                    </a:ext>
                  </a:extLst>
                </a:gridCol>
              </a:tblGrid>
              <a:tr h="313239">
                <a:tc>
                  <a:txBody>
                    <a:bodyPr/>
                    <a:lstStyle/>
                    <a:p>
                      <a:pPr algn="ctr"/>
                      <a:r>
                        <a:rPr kumimoji="1" lang="ja-JP" altLang="en-US" sz="1000" dirty="0">
                          <a:latin typeface="メイリオ" panose="020B0604030504040204" pitchFamily="50" charset="-128"/>
                          <a:ea typeface="メイリオ" panose="020B0604030504040204" pitchFamily="50" charset="-128"/>
                        </a:rPr>
                        <a:t>依頼</a:t>
                      </a:r>
                    </a:p>
                  </a:txBody>
                  <a:tcPr anchor="ctr">
                    <a:solidFill>
                      <a:schemeClr val="bg1">
                        <a:lumMod val="85000"/>
                      </a:schemeClr>
                    </a:solidFill>
                  </a:tcPr>
                </a:tc>
                <a:tc>
                  <a:txBody>
                    <a:bodyPr/>
                    <a:lstStyle/>
                    <a:p>
                      <a:pPr algn="ctr"/>
                      <a:r>
                        <a:rPr kumimoji="1" lang="ja-JP" altLang="en-US" sz="1000" dirty="0">
                          <a:latin typeface="メイリオ" panose="020B0604030504040204" pitchFamily="50" charset="-128"/>
                          <a:ea typeface="メイリオ" panose="020B0604030504040204" pitchFamily="50" charset="-128"/>
                        </a:rPr>
                        <a:t>確認</a:t>
                      </a:r>
                    </a:p>
                  </a:txBody>
                  <a:tcPr anchor="ctr">
                    <a:solidFill>
                      <a:schemeClr val="bg1">
                        <a:lumMod val="85000"/>
                      </a:schemeClr>
                    </a:solidFill>
                  </a:tcPr>
                </a:tc>
                <a:tc>
                  <a:txBody>
                    <a:bodyPr/>
                    <a:lstStyle/>
                    <a:p>
                      <a:pPr algn="ctr"/>
                      <a:r>
                        <a:rPr kumimoji="1" lang="ja-JP" altLang="en-US" sz="1000" dirty="0">
                          <a:latin typeface="メイリオ" panose="020B0604030504040204" pitchFamily="50" charset="-128"/>
                          <a:ea typeface="メイリオ" panose="020B0604030504040204" pitchFamily="50" charset="-128"/>
                        </a:rPr>
                        <a:t>承認</a:t>
                      </a:r>
                    </a:p>
                  </a:txBody>
                  <a:tcPr anchor="ctr">
                    <a:solidFill>
                      <a:schemeClr val="bg1">
                        <a:lumMod val="85000"/>
                      </a:schemeClr>
                    </a:solidFill>
                  </a:tcPr>
                </a:tc>
                <a:extLst>
                  <a:ext uri="{0D108BD9-81ED-4DB2-BD59-A6C34878D82A}">
                    <a16:rowId xmlns:a16="http://schemas.microsoft.com/office/drawing/2014/main" xmlns="" val="2824615545"/>
                  </a:ext>
                </a:extLst>
              </a:tr>
              <a:tr h="539213">
                <a:tc>
                  <a:txBody>
                    <a:bodyPr/>
                    <a:lstStyle/>
                    <a:p>
                      <a:pPr algn="l"/>
                      <a:r>
                        <a:rPr kumimoji="1" lang="en-US" altLang="ja-JP" sz="800" dirty="0">
                          <a:latin typeface="メイリオ" panose="020B0604030504040204" pitchFamily="50" charset="-128"/>
                          <a:ea typeface="メイリオ" panose="020B0604030504040204" pitchFamily="50" charset="-128"/>
                        </a:rPr>
                        <a:t>PC-Soft</a:t>
                      </a:r>
                    </a:p>
                    <a:p>
                      <a:pPr algn="l"/>
                      <a:r>
                        <a:rPr kumimoji="1" lang="ja-JP" altLang="en-US" sz="800" dirty="0">
                          <a:latin typeface="メイリオ" panose="020B0604030504040204" pitchFamily="50" charset="-128"/>
                          <a:ea typeface="メイリオ" panose="020B0604030504040204" pitchFamily="50" charset="-128"/>
                        </a:rPr>
                        <a:t>古谷</a:t>
                      </a:r>
                      <a:endParaRPr kumimoji="1" lang="en-US" altLang="ja-JP" sz="800" dirty="0">
                        <a:latin typeface="メイリオ" panose="020B0604030504040204" pitchFamily="50" charset="-128"/>
                        <a:ea typeface="メイリオ" panose="020B0604030504040204" pitchFamily="50" charset="-128"/>
                      </a:endParaRPr>
                    </a:p>
                    <a:p>
                      <a:pPr algn="l"/>
                      <a:r>
                        <a:rPr kumimoji="1" lang="en-US" altLang="ja-JP" sz="800" dirty="0">
                          <a:latin typeface="メイリオ" panose="020B0604030504040204" pitchFamily="50" charset="-128"/>
                          <a:ea typeface="メイリオ" panose="020B0604030504040204" pitchFamily="50" charset="-128"/>
                        </a:rPr>
                        <a:t>2024/3/22</a:t>
                      </a:r>
                      <a:endParaRPr kumimoji="1" lang="ja-JP" altLang="en-US" sz="800" dirty="0">
                        <a:latin typeface="メイリオ" panose="020B0604030504040204" pitchFamily="50" charset="-128"/>
                        <a:ea typeface="メイリオ" panose="020B0604030504040204" pitchFamily="50" charset="-128"/>
                      </a:endParaRPr>
                    </a:p>
                  </a:txBody>
                  <a:tcPr/>
                </a:tc>
                <a:tc>
                  <a:txBody>
                    <a:bodyPr/>
                    <a:lstStyle/>
                    <a:p>
                      <a:pPr algn="l"/>
                      <a:r>
                        <a:rPr kumimoji="1" lang="en-US" altLang="ja-JP" sz="800" dirty="0">
                          <a:latin typeface="メイリオ" panose="020B0604030504040204" pitchFamily="50" charset="-128"/>
                          <a:ea typeface="メイリオ" panose="020B0604030504040204" pitchFamily="50" charset="-128"/>
                        </a:rPr>
                        <a:t>PC-Soft</a:t>
                      </a:r>
                    </a:p>
                    <a:p>
                      <a:pPr algn="l"/>
                      <a:r>
                        <a:rPr kumimoji="1" lang="ja-JP" altLang="en-US" sz="800" dirty="0">
                          <a:latin typeface="メイリオ" panose="020B0604030504040204" pitchFamily="50" charset="-128"/>
                          <a:ea typeface="メイリオ" panose="020B0604030504040204" pitchFamily="50" charset="-128"/>
                        </a:rPr>
                        <a:t>小林</a:t>
                      </a:r>
                      <a:endParaRPr kumimoji="1" lang="en-US" altLang="ja-JP" sz="800" dirty="0">
                        <a:latin typeface="メイリオ" panose="020B0604030504040204" pitchFamily="50" charset="-128"/>
                        <a:ea typeface="メイリオ" panose="020B0604030504040204" pitchFamily="50" charset="-128"/>
                      </a:endParaRPr>
                    </a:p>
                    <a:p>
                      <a:pPr algn="l"/>
                      <a:r>
                        <a:rPr kumimoji="1" lang="en-US" altLang="ja-JP" sz="800">
                          <a:latin typeface="メイリオ" panose="020B0604030504040204" pitchFamily="50" charset="-128"/>
                          <a:ea typeface="メイリオ" panose="020B0604030504040204" pitchFamily="50" charset="-128"/>
                        </a:rPr>
                        <a:t>2024/3/25</a:t>
                      </a:r>
                      <a:endParaRPr kumimoji="1" lang="en-US" altLang="ja-JP" sz="800" dirty="0">
                        <a:latin typeface="メイリオ" panose="020B0604030504040204" pitchFamily="50" charset="-128"/>
                        <a:ea typeface="メイリオ" panose="020B0604030504040204" pitchFamily="50" charset="-128"/>
                      </a:endParaRPr>
                    </a:p>
                  </a:txBody>
                  <a:tcPr/>
                </a:tc>
                <a:tc>
                  <a:txBody>
                    <a:bodyPr/>
                    <a:lstStyle/>
                    <a:p>
                      <a:r>
                        <a:rPr kumimoji="1" lang="en-US" altLang="ja-JP" sz="800" dirty="0">
                          <a:latin typeface="メイリオ" panose="020B0604030504040204" pitchFamily="50" charset="-128"/>
                          <a:ea typeface="メイリオ" panose="020B0604030504040204" pitchFamily="50" charset="-128"/>
                        </a:rPr>
                        <a:t>PC-Soft</a:t>
                      </a:r>
                    </a:p>
                    <a:p>
                      <a:r>
                        <a:rPr kumimoji="1" lang="ja-JP" altLang="en-US" sz="800" dirty="0">
                          <a:latin typeface="メイリオ" panose="020B0604030504040204" pitchFamily="50" charset="-128"/>
                          <a:ea typeface="メイリオ" panose="020B0604030504040204" pitchFamily="50" charset="-128"/>
                        </a:rPr>
                        <a:t>中山</a:t>
                      </a:r>
                      <a:endParaRPr kumimoji="1" lang="en-US" altLang="ja-JP" sz="800" dirty="0">
                        <a:latin typeface="メイリオ" panose="020B0604030504040204" pitchFamily="50" charset="-128"/>
                        <a:ea typeface="メイリオ" panose="020B0604030504040204" pitchFamily="50" charset="-128"/>
                      </a:endParaRPr>
                    </a:p>
                    <a:p>
                      <a:r>
                        <a:rPr kumimoji="1" lang="en-US" altLang="ja-JP" sz="800" dirty="0">
                          <a:latin typeface="メイリオ" panose="020B0604030504040204" pitchFamily="50" charset="-128"/>
                          <a:ea typeface="メイリオ" panose="020B0604030504040204" pitchFamily="50" charset="-128"/>
                        </a:rPr>
                        <a:t>2024/3/25</a:t>
                      </a:r>
                      <a:endParaRPr kumimoji="1" lang="ja-JP" altLang="en-US" sz="8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xmlns="" val="2379655099"/>
                  </a:ext>
                </a:extLst>
              </a:tr>
            </a:tbl>
          </a:graphicData>
        </a:graphic>
      </p:graphicFrame>
      <p:graphicFrame>
        <p:nvGraphicFramePr>
          <p:cNvPr id="11" name="コンテンツ プレースホルダー 3">
            <a:extLst>
              <a:ext uri="{FF2B5EF4-FFF2-40B4-BE49-F238E27FC236}">
                <a16:creationId xmlns:a16="http://schemas.microsoft.com/office/drawing/2014/main" xmlns="" id="{70B95172-9DBA-4FA1-BD2B-895BD76869E1}"/>
              </a:ext>
            </a:extLst>
          </p:cNvPr>
          <p:cNvGraphicFramePr>
            <a:graphicFrameLocks/>
          </p:cNvGraphicFramePr>
          <p:nvPr>
            <p:extLst>
              <p:ext uri="{D42A27DB-BD31-4B8C-83A1-F6EECF244321}">
                <p14:modId xmlns:p14="http://schemas.microsoft.com/office/powerpoint/2010/main" val="2859887588"/>
              </p:ext>
            </p:extLst>
          </p:nvPr>
        </p:nvGraphicFramePr>
        <p:xfrm>
          <a:off x="325821" y="1260629"/>
          <a:ext cx="11561379" cy="5141564"/>
        </p:xfrm>
        <a:graphic>
          <a:graphicData uri="http://schemas.openxmlformats.org/drawingml/2006/table">
            <a:tbl>
              <a:tblPr firstRow="1" bandRow="1">
                <a:tableStyleId>{5940675A-B579-460E-94D1-54222C63F5DA}</a:tableStyleId>
              </a:tblPr>
              <a:tblGrid>
                <a:gridCol w="1445173">
                  <a:extLst>
                    <a:ext uri="{9D8B030D-6E8A-4147-A177-3AD203B41FA5}">
                      <a16:colId xmlns:a16="http://schemas.microsoft.com/office/drawing/2014/main" xmlns="" val="2073798913"/>
                    </a:ext>
                  </a:extLst>
                </a:gridCol>
                <a:gridCol w="7225860">
                  <a:extLst>
                    <a:ext uri="{9D8B030D-6E8A-4147-A177-3AD203B41FA5}">
                      <a16:colId xmlns:a16="http://schemas.microsoft.com/office/drawing/2014/main" xmlns="" val="3619786521"/>
                    </a:ext>
                  </a:extLst>
                </a:gridCol>
                <a:gridCol w="1039529">
                  <a:extLst>
                    <a:ext uri="{9D8B030D-6E8A-4147-A177-3AD203B41FA5}">
                      <a16:colId xmlns:a16="http://schemas.microsoft.com/office/drawing/2014/main" xmlns="" val="1644993977"/>
                    </a:ext>
                  </a:extLst>
                </a:gridCol>
                <a:gridCol w="1850817">
                  <a:extLst>
                    <a:ext uri="{9D8B030D-6E8A-4147-A177-3AD203B41FA5}">
                      <a16:colId xmlns:a16="http://schemas.microsoft.com/office/drawing/2014/main" xmlns="" val="2186834339"/>
                    </a:ext>
                  </a:extLst>
                </a:gridCol>
              </a:tblGrid>
              <a:tr h="534544">
                <a:tc>
                  <a:txBody>
                    <a:bodyPr/>
                    <a:lstStyle/>
                    <a:p>
                      <a:r>
                        <a:rPr kumimoji="1" lang="ja-JP" altLang="en-US" sz="1600" dirty="0">
                          <a:latin typeface="メイリオ" panose="020B0604030504040204" pitchFamily="50" charset="-128"/>
                          <a:ea typeface="メイリオ" panose="020B0604030504040204" pitchFamily="50" charset="-128"/>
                        </a:rPr>
                        <a:t>開発名</a:t>
                      </a:r>
                    </a:p>
                  </a:txBody>
                  <a:tcPr anchor="ctr">
                    <a:solidFill>
                      <a:schemeClr val="bg1">
                        <a:lumMod val="85000"/>
                      </a:schemeClr>
                    </a:solidFill>
                  </a:tcPr>
                </a:tc>
                <a:tc>
                  <a:txBody>
                    <a:bodyPr/>
                    <a:lstStyle/>
                    <a:p>
                      <a:r>
                        <a:rPr kumimoji="1" lang="en-US" altLang="ja-JP" sz="1600" dirty="0">
                          <a:latin typeface="メイリオ" panose="020B0604030504040204" pitchFamily="50" charset="-128"/>
                          <a:ea typeface="メイリオ" panose="020B0604030504040204" pitchFamily="50" charset="-128"/>
                        </a:rPr>
                        <a:t>EC Logging Feature</a:t>
                      </a:r>
                      <a:endParaRPr kumimoji="1" lang="ja-JP" altLang="en-US" sz="1600" dirty="0">
                        <a:latin typeface="メイリオ" panose="020B0604030504040204" pitchFamily="50" charset="-128"/>
                        <a:ea typeface="メイリオ"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メイリオ" panose="020B0604030504040204" pitchFamily="50" charset="-128"/>
                          <a:ea typeface="メイリオ" panose="020B0604030504040204" pitchFamily="50" charset="-128"/>
                        </a:rPr>
                        <a:t>対象機種</a:t>
                      </a:r>
                    </a:p>
                  </a:txBody>
                  <a:tcPr anchor="ctr">
                    <a:solidFill>
                      <a:schemeClr val="bg1">
                        <a:lumMod val="85000"/>
                      </a:schemeClr>
                    </a:solidFill>
                  </a:tcPr>
                </a:tc>
                <a:tc>
                  <a:txBody>
                    <a:bodyPr/>
                    <a:lstStyle/>
                    <a:p>
                      <a:r>
                        <a:rPr kumimoji="1" lang="en-US" altLang="ja-JP" sz="1600" dirty="0">
                          <a:latin typeface="メイリオ" panose="020B0604030504040204" pitchFamily="50" charset="-128"/>
                          <a:ea typeface="メイリオ" panose="020B0604030504040204" pitchFamily="50" charset="-128"/>
                        </a:rPr>
                        <a:t>Spark</a:t>
                      </a:r>
                      <a:endParaRPr kumimoji="1" lang="ja-JP" altLang="en-US" sz="160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xmlns="" val="1256471255"/>
                  </a:ext>
                </a:extLst>
              </a:tr>
              <a:tr h="1603633">
                <a:tc gridSpan="4">
                  <a:txBody>
                    <a:bodyPr/>
                    <a:lstStyle/>
                    <a:p>
                      <a:r>
                        <a:rPr kumimoji="1" lang="ja-JP" altLang="en-US" sz="1600" dirty="0">
                          <a:latin typeface="メイリオ" panose="020B0604030504040204" pitchFamily="50" charset="-128"/>
                          <a:ea typeface="メイリオ" panose="020B0604030504040204" pitchFamily="50" charset="-128"/>
                        </a:rPr>
                        <a:t>開発概要：</a:t>
                      </a:r>
                      <a:endParaRPr kumimoji="1" lang="en-US" altLang="ja-JP" sz="1600" dirty="0">
                        <a:latin typeface="メイリオ" panose="020B0604030504040204" pitchFamily="50" charset="-128"/>
                        <a:ea typeface="メイリオ" panose="020B0604030504040204" pitchFamily="50" charset="-128"/>
                      </a:endParaRPr>
                    </a:p>
                    <a:p>
                      <a:r>
                        <a:rPr kumimoji="1" lang="en-US" altLang="ja-JP" sz="1600" dirty="0">
                          <a:latin typeface="メイリオ" panose="020B0604030504040204" pitchFamily="50" charset="-128"/>
                          <a:ea typeface="メイリオ" panose="020B0604030504040204" pitchFamily="50" charset="-128"/>
                        </a:rPr>
                        <a:t>EC</a:t>
                      </a:r>
                      <a:r>
                        <a:rPr kumimoji="1" lang="ja-JP" altLang="en-US" sz="1600" dirty="0">
                          <a:latin typeface="メイリオ" panose="020B0604030504040204" pitchFamily="50" charset="-128"/>
                          <a:ea typeface="メイリオ" panose="020B0604030504040204" pitchFamily="50" charset="-128"/>
                        </a:rPr>
                        <a:t>が保持している情報（バッテリーの充放電、</a:t>
                      </a:r>
                      <a:r>
                        <a:rPr kumimoji="1" lang="en-US" altLang="ja-JP" sz="1600" dirty="0">
                          <a:latin typeface="メイリオ" panose="020B0604030504040204" pitchFamily="50" charset="-128"/>
                          <a:ea typeface="メイリオ" panose="020B0604030504040204" pitchFamily="50" charset="-128"/>
                        </a:rPr>
                        <a:t>LID Open/Close</a:t>
                      </a:r>
                      <a:r>
                        <a:rPr kumimoji="1" lang="ja-JP" altLang="en-US" sz="1600" dirty="0">
                          <a:latin typeface="メイリオ" panose="020B0604030504040204" pitchFamily="50" charset="-128"/>
                          <a:ea typeface="メイリオ" panose="020B0604030504040204" pitchFamily="50" charset="-128"/>
                        </a:rPr>
                        <a:t>等）をテキストファイルに保存する機能。</a:t>
                      </a:r>
                      <a:r>
                        <a:rPr kumimoji="1" lang="en-US" altLang="ja-JP" sz="1600" dirty="0">
                          <a:latin typeface="メイリオ" panose="020B0604030504040204" pitchFamily="50" charset="-128"/>
                          <a:ea typeface="メイリオ" panose="020B0604030504040204" pitchFamily="50" charset="-128"/>
                        </a:rPr>
                        <a:t/>
                      </a:r>
                      <a:br>
                        <a:rPr kumimoji="1" lang="en-US" altLang="ja-JP" sz="1600" dirty="0">
                          <a:latin typeface="メイリオ" panose="020B0604030504040204" pitchFamily="50" charset="-128"/>
                          <a:ea typeface="メイリオ" panose="020B0604030504040204" pitchFamily="50" charset="-128"/>
                        </a:rPr>
                      </a:br>
                      <a:endParaRPr kumimoji="1" lang="ja-JP" altLang="en-US" sz="1600" dirty="0">
                        <a:latin typeface="メイリオ" panose="020B0604030504040204" pitchFamily="50" charset="-128"/>
                        <a:ea typeface="メイリオ" panose="020B0604030504040204" pitchFamily="50" charset="-128"/>
                      </a:endParaRPr>
                    </a:p>
                  </a:txBody>
                  <a:tcPr/>
                </a:tc>
                <a:tc hMerge="1">
                  <a:txBody>
                    <a:bodyPr/>
                    <a:lstStyle/>
                    <a:p>
                      <a:endParaRPr kumimoji="1" lang="ja-JP" altLang="en-US" dirty="0"/>
                    </a:p>
                  </a:txBody>
                  <a:tcPr/>
                </a:tc>
                <a:tc hMerge="1">
                  <a:txBody>
                    <a:bodyPr/>
                    <a:lstStyle/>
                    <a:p>
                      <a:endParaRPr kumimoji="1" lang="ja-JP" altLang="en-US" dirty="0"/>
                    </a:p>
                  </a:txBody>
                  <a:tcPr/>
                </a:tc>
                <a:tc hMerge="1">
                  <a:txBody>
                    <a:bodyPr/>
                    <a:lstStyle/>
                    <a:p>
                      <a:endParaRPr kumimoji="1" lang="ja-JP" altLang="en-US" dirty="0"/>
                    </a:p>
                  </a:txBody>
                  <a:tcPr/>
                </a:tc>
                <a:extLst>
                  <a:ext uri="{0D108BD9-81ED-4DB2-BD59-A6C34878D82A}">
                    <a16:rowId xmlns:a16="http://schemas.microsoft.com/office/drawing/2014/main" xmlns="" val="417922560"/>
                  </a:ext>
                </a:extLst>
              </a:tr>
              <a:tr h="1399755">
                <a:tc gridSpan="4">
                  <a:txBody>
                    <a:bodyPr/>
                    <a:lstStyle/>
                    <a:p>
                      <a:r>
                        <a:rPr kumimoji="1" lang="ja-JP" altLang="en-US" sz="1600" dirty="0">
                          <a:latin typeface="メイリオ" panose="020B0604030504040204" pitchFamily="50" charset="-128"/>
                          <a:ea typeface="メイリオ" panose="020B0604030504040204" pitchFamily="50" charset="-128"/>
                        </a:rPr>
                        <a:t>スケジュール：</a:t>
                      </a:r>
                      <a:endParaRPr kumimoji="1" lang="en-US" altLang="ja-JP" sz="1600" dirty="0">
                        <a:latin typeface="メイリオ" panose="020B0604030504040204" pitchFamily="50" charset="-128"/>
                        <a:ea typeface="メイリオ" panose="020B0604030504040204" pitchFamily="50" charset="-128"/>
                      </a:endParaRPr>
                    </a:p>
                    <a:p>
                      <a:r>
                        <a:rPr kumimoji="1" lang="en-US" altLang="ja-JP" sz="1600" dirty="0">
                          <a:latin typeface="メイリオ" panose="020B0604030504040204" pitchFamily="50" charset="-128"/>
                          <a:ea typeface="メイリオ" panose="020B0604030504040204" pitchFamily="50" charset="-128"/>
                        </a:rPr>
                        <a:t>   Beta    Spark Pilot4 Build (2024/06/06)</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メイリオ" panose="020B0604030504040204" pitchFamily="50" charset="-128"/>
                          <a:ea typeface="メイリオ" panose="020B0604030504040204" pitchFamily="50" charset="-128"/>
                        </a:rPr>
                        <a:t>　</a:t>
                      </a:r>
                      <a:r>
                        <a:rPr kumimoji="1" lang="en-US" altLang="ja-JP" sz="1600" dirty="0">
                          <a:latin typeface="メイリオ" panose="020B0604030504040204" pitchFamily="50" charset="-128"/>
                          <a:ea typeface="メイリオ" panose="020B0604030504040204" pitchFamily="50" charset="-128"/>
                        </a:rPr>
                        <a:t>RC</a:t>
                      </a:r>
                      <a:r>
                        <a:rPr kumimoji="1" lang="ja-JP" altLang="en-US" sz="1600" dirty="0">
                          <a:latin typeface="メイリオ" panose="020B0604030504040204" pitchFamily="50" charset="-128"/>
                          <a:ea typeface="メイリオ" panose="020B0604030504040204" pitchFamily="50" charset="-128"/>
                        </a:rPr>
                        <a:t>　</a:t>
                      </a:r>
                      <a:r>
                        <a:rPr kumimoji="1" lang="en-US" altLang="ja-JP" sz="1600" dirty="0">
                          <a:latin typeface="メイリオ" panose="020B0604030504040204" pitchFamily="50" charset="-128"/>
                          <a:ea typeface="メイリオ" panose="020B0604030504040204" pitchFamily="50" charset="-128"/>
                        </a:rPr>
                        <a:t>   Spark RC1 Build (2024/07/25)</a:t>
                      </a:r>
                    </a:p>
                    <a:p>
                      <a:r>
                        <a:rPr kumimoji="1" lang="ja-JP" altLang="en-US" sz="1600" dirty="0">
                          <a:latin typeface="メイリオ" panose="020B0604030504040204" pitchFamily="50" charset="-128"/>
                          <a:ea typeface="メイリオ" panose="020B0604030504040204" pitchFamily="50" charset="-128"/>
                        </a:rPr>
                        <a:t>　</a:t>
                      </a:r>
                      <a:endParaRPr kumimoji="1" lang="en-US" altLang="ja-JP" sz="1600" dirty="0">
                        <a:latin typeface="メイリオ" panose="020B0604030504040204" pitchFamily="50" charset="-128"/>
                        <a:ea typeface="メイリオ" panose="020B0604030504040204" pitchFamily="50" charset="-128"/>
                      </a:endParaRPr>
                    </a:p>
                  </a:txBody>
                  <a:tcPr/>
                </a:tc>
                <a:tc hMerge="1">
                  <a:txBody>
                    <a:bodyPr/>
                    <a:lstStyle/>
                    <a:p>
                      <a:endParaRPr kumimoji="1" lang="ja-JP" altLang="en-US" dirty="0"/>
                    </a:p>
                  </a:txBody>
                  <a:tcPr/>
                </a:tc>
                <a:tc hMerge="1">
                  <a:txBody>
                    <a:bodyPr/>
                    <a:lstStyle/>
                    <a:p>
                      <a:endParaRPr kumimoji="1" lang="ja-JP" altLang="en-US" dirty="0"/>
                    </a:p>
                  </a:txBody>
                  <a:tcPr/>
                </a:tc>
                <a:tc hMerge="1">
                  <a:txBody>
                    <a:bodyPr/>
                    <a:lstStyle/>
                    <a:p>
                      <a:endParaRPr kumimoji="1" lang="ja-JP" altLang="en-US" dirty="0"/>
                    </a:p>
                  </a:txBody>
                  <a:tcPr/>
                </a:tc>
                <a:extLst>
                  <a:ext uri="{0D108BD9-81ED-4DB2-BD59-A6C34878D82A}">
                    <a16:rowId xmlns:a16="http://schemas.microsoft.com/office/drawing/2014/main" xmlns="" val="340953490"/>
                  </a:ext>
                </a:extLst>
              </a:tr>
              <a:tr h="534544">
                <a:tc rowSpan="2" gridSpan="2">
                  <a:txBody>
                    <a:bodyPr/>
                    <a:lstStyle/>
                    <a:p>
                      <a:r>
                        <a:rPr kumimoji="1" lang="ja-JP" altLang="en-US" sz="1600" dirty="0">
                          <a:latin typeface="メイリオ" panose="020B0604030504040204" pitchFamily="50" charset="-128"/>
                          <a:ea typeface="メイリオ" panose="020B0604030504040204" pitchFamily="50" charset="-128"/>
                        </a:rPr>
                        <a:t>開発総工数：</a:t>
                      </a:r>
                    </a:p>
                    <a:p>
                      <a:r>
                        <a:rPr kumimoji="1" lang="ja-JP" altLang="en-US" sz="1600" dirty="0">
                          <a:latin typeface="メイリオ" panose="020B0604030504040204" pitchFamily="50" charset="-128"/>
                          <a:ea typeface="メイリオ" panose="020B0604030504040204" pitchFamily="50" charset="-128"/>
                        </a:rPr>
                        <a:t>開発工数見込み　　</a:t>
                      </a:r>
                      <a:r>
                        <a:rPr kumimoji="1" lang="en-US" altLang="ja-JP" sz="1600" dirty="0">
                          <a:latin typeface="メイリオ" panose="020B0604030504040204" pitchFamily="50" charset="-128"/>
                          <a:ea typeface="メイリオ" panose="020B0604030504040204" pitchFamily="50" charset="-128"/>
                        </a:rPr>
                        <a:t>1</a:t>
                      </a:r>
                      <a:r>
                        <a:rPr kumimoji="1" lang="ja-JP" altLang="en-US" sz="1600" dirty="0">
                          <a:latin typeface="メイリオ" panose="020B0604030504040204" pitchFamily="50" charset="-128"/>
                          <a:ea typeface="メイリオ" panose="020B0604030504040204" pitchFamily="50" charset="-128"/>
                        </a:rPr>
                        <a:t>人月</a:t>
                      </a:r>
                    </a:p>
                    <a:p>
                      <a:r>
                        <a:rPr kumimoji="1" lang="ja-JP" altLang="en-US" sz="1600" dirty="0">
                          <a:latin typeface="メイリオ" panose="020B0604030504040204" pitchFamily="50" charset="-128"/>
                          <a:ea typeface="メイリオ" panose="020B0604030504040204" pitchFamily="50" charset="-128"/>
                        </a:rPr>
                        <a:t>評価工数見込み　   </a:t>
                      </a:r>
                      <a:r>
                        <a:rPr kumimoji="1" lang="en-US" altLang="ja-JP" sz="1600" dirty="0">
                          <a:latin typeface="メイリオ" panose="020B0604030504040204" pitchFamily="50" charset="-128"/>
                          <a:ea typeface="メイリオ" panose="020B0604030504040204" pitchFamily="50" charset="-128"/>
                        </a:rPr>
                        <a:t>1</a:t>
                      </a:r>
                      <a:r>
                        <a:rPr kumimoji="1" lang="ja-JP" altLang="en-US" sz="1600" dirty="0">
                          <a:latin typeface="メイリオ" panose="020B0604030504040204" pitchFamily="50" charset="-128"/>
                          <a:ea typeface="メイリオ" panose="020B0604030504040204" pitchFamily="50" charset="-128"/>
                        </a:rPr>
                        <a:t>人月</a:t>
                      </a:r>
                    </a:p>
                  </a:txBody>
                  <a:tcPr anchor="ctr"/>
                </a:tc>
                <a:tc rowSpan="2" hMerge="1">
                  <a:txBody>
                    <a:bodyPr/>
                    <a:lstStyle/>
                    <a:p>
                      <a:endParaRPr kumimoji="1" lang="ja-JP" altLang="en-US" dirty="0"/>
                    </a:p>
                  </a:txBody>
                  <a:tcPr/>
                </a:tc>
                <a:tc gridSpan="2">
                  <a:txBody>
                    <a:bodyPr/>
                    <a:lstStyle/>
                    <a:p>
                      <a:pPr algn="ctr"/>
                      <a:r>
                        <a:rPr kumimoji="1" lang="ja-JP" altLang="en-US" sz="1600" dirty="0">
                          <a:latin typeface="メイリオ" panose="020B0604030504040204" pitchFamily="50" charset="-128"/>
                          <a:ea typeface="メイリオ" panose="020B0604030504040204" pitchFamily="50" charset="-128"/>
                        </a:rPr>
                        <a:t>他機種展開予定</a:t>
                      </a:r>
                    </a:p>
                  </a:txBody>
                  <a:tcPr anchor="ctr">
                    <a:solidFill>
                      <a:schemeClr val="bg1">
                        <a:lumMod val="85000"/>
                      </a:schemeClr>
                    </a:solidFill>
                  </a:tcPr>
                </a:tc>
                <a:tc hMerge="1">
                  <a:txBody>
                    <a:bodyPr/>
                    <a:lstStyle/>
                    <a:p>
                      <a:endParaRPr kumimoji="1" lang="ja-JP" altLang="en-US" dirty="0"/>
                    </a:p>
                  </a:txBody>
                  <a:tcPr/>
                </a:tc>
                <a:extLst>
                  <a:ext uri="{0D108BD9-81ED-4DB2-BD59-A6C34878D82A}">
                    <a16:rowId xmlns:a16="http://schemas.microsoft.com/office/drawing/2014/main" xmlns="" val="1122830321"/>
                  </a:ext>
                </a:extLst>
              </a:tr>
              <a:tr h="534544">
                <a:tc gridSpan="2" vMerge="1">
                  <a:txBody>
                    <a:bodyPr/>
                    <a:lstStyle/>
                    <a:p>
                      <a:endParaRPr kumimoji="1" lang="ja-JP" altLang="en-US" sz="1600" dirty="0">
                        <a:latin typeface="メイリオ" panose="020B0604030504040204" pitchFamily="50" charset="-128"/>
                        <a:ea typeface="メイリオ" panose="020B0604030504040204" pitchFamily="50" charset="-128"/>
                      </a:endParaRPr>
                    </a:p>
                  </a:txBody>
                  <a:tcPr anchor="ctr"/>
                </a:tc>
                <a:tc hMerge="1" vMerge="1">
                  <a:txBody>
                    <a:bodyPr/>
                    <a:lstStyle/>
                    <a:p>
                      <a:endParaRPr kumimoji="1" lang="ja-JP" altLang="en-US" dirty="0"/>
                    </a:p>
                  </a:txBody>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latin typeface="メイリオ" panose="020B0604030504040204" pitchFamily="50" charset="-128"/>
                          <a:ea typeface="メイリオ" panose="020B0604030504040204" pitchFamily="50" charset="-128"/>
                        </a:rPr>
                        <a:t>Spark</a:t>
                      </a:r>
                      <a:r>
                        <a:rPr kumimoji="1" lang="ja-JP" altLang="en-US" sz="1600" dirty="0">
                          <a:latin typeface="メイリオ" panose="020B0604030504040204" pitchFamily="50" charset="-128"/>
                          <a:ea typeface="メイリオ" panose="020B0604030504040204" pitchFamily="50" charset="-128"/>
                        </a:rPr>
                        <a:t>以降の</a:t>
                      </a:r>
                      <a:r>
                        <a:rPr kumimoji="1" lang="en-US" altLang="ja-JP" sz="1600" dirty="0">
                          <a:solidFill>
                            <a:srgbClr val="FF0000"/>
                          </a:solidFill>
                          <a:latin typeface="メイリオ" panose="020B0604030504040204" pitchFamily="50" charset="-128"/>
                          <a:ea typeface="メイリオ" panose="020B0604030504040204" pitchFamily="50" charset="-128"/>
                        </a:rPr>
                        <a:t>SNCX EC Logging Feature (21Ah)</a:t>
                      </a:r>
                    </a:p>
                    <a:p>
                      <a:r>
                        <a:rPr kumimoji="1" lang="ja-JP" altLang="en-US" sz="1600" dirty="0">
                          <a:latin typeface="メイリオ" panose="020B0604030504040204" pitchFamily="50" charset="-128"/>
                          <a:ea typeface="メイリオ" panose="020B0604030504040204" pitchFamily="50" charset="-128"/>
                        </a:rPr>
                        <a:t>をサポートする機種全て</a:t>
                      </a:r>
                      <a:endParaRPr kumimoji="1" lang="en-US" altLang="ja-JP" sz="1600" dirty="0">
                        <a:latin typeface="メイリオ" panose="020B0604030504040204" pitchFamily="50" charset="-128"/>
                        <a:ea typeface="メイリオ" panose="020B0604030504040204" pitchFamily="50" charset="-128"/>
                      </a:endParaRPr>
                    </a:p>
                  </a:txBody>
                  <a:tcPr anchor="ctr"/>
                </a:tc>
                <a:tc rowSpan="2" hMerge="1">
                  <a:txBody>
                    <a:bodyPr/>
                    <a:lstStyle/>
                    <a:p>
                      <a:endParaRPr kumimoji="1" lang="ja-JP" altLang="en-US" dirty="0"/>
                    </a:p>
                  </a:txBody>
                  <a:tcPr/>
                </a:tc>
                <a:extLst>
                  <a:ext uri="{0D108BD9-81ED-4DB2-BD59-A6C34878D82A}">
                    <a16:rowId xmlns:a16="http://schemas.microsoft.com/office/drawing/2014/main" xmlns="" val="1515629293"/>
                  </a:ext>
                </a:extLst>
              </a:tr>
              <a:tr h="534544">
                <a:tc gridSpan="2">
                  <a:txBody>
                    <a:bodyPr/>
                    <a:lstStyle/>
                    <a:p>
                      <a:r>
                        <a:rPr kumimoji="1" lang="ja-JP" altLang="en-US" sz="1600" dirty="0">
                          <a:latin typeface="メイリオ" panose="020B0604030504040204" pitchFamily="50" charset="-128"/>
                          <a:ea typeface="メイリオ" panose="020B0604030504040204" pitchFamily="50" charset="-128"/>
                        </a:rPr>
                        <a:t>補足：</a:t>
                      </a:r>
                    </a:p>
                  </a:txBody>
                  <a:tcPr anchor="ctr"/>
                </a:tc>
                <a:tc hMerge="1">
                  <a:txBody>
                    <a:bodyPr/>
                    <a:lstStyle/>
                    <a:p>
                      <a:endParaRPr kumimoji="1" lang="ja-JP" altLang="en-US"/>
                    </a:p>
                  </a:txBody>
                  <a:tcPr/>
                </a:tc>
                <a:tc gridSpan="2" vMerge="1">
                  <a:txBody>
                    <a:bodyPr/>
                    <a:lstStyle/>
                    <a:p>
                      <a:endParaRPr kumimoji="1" lang="ja-JP" altLang="en-US" sz="1600" dirty="0">
                        <a:latin typeface="メイリオ" panose="020B0604030504040204" pitchFamily="50" charset="-128"/>
                        <a:ea typeface="メイリオ" panose="020B0604030504040204" pitchFamily="50" charset="-128"/>
                      </a:endParaRPr>
                    </a:p>
                  </a:txBody>
                  <a:tcPr anchor="ctr"/>
                </a:tc>
                <a:tc hMerge="1" vMerge="1">
                  <a:txBody>
                    <a:bodyPr/>
                    <a:lstStyle/>
                    <a:p>
                      <a:endParaRPr kumimoji="1" lang="ja-JP" altLang="en-US"/>
                    </a:p>
                  </a:txBody>
                  <a:tcPr/>
                </a:tc>
                <a:extLst>
                  <a:ext uri="{0D108BD9-81ED-4DB2-BD59-A6C34878D82A}">
                    <a16:rowId xmlns:a16="http://schemas.microsoft.com/office/drawing/2014/main" xmlns="" val="469162656"/>
                  </a:ext>
                </a:extLst>
              </a:tr>
            </a:tbl>
          </a:graphicData>
        </a:graphic>
      </p:graphicFrame>
    </p:spTree>
    <p:extLst>
      <p:ext uri="{BB962C8B-B14F-4D97-AF65-F5344CB8AC3E}">
        <p14:creationId xmlns:p14="http://schemas.microsoft.com/office/powerpoint/2010/main" val="1595272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xmlns="" id="{0D9067C2-8843-C37B-D78F-DD77EA5E2E1C}"/>
              </a:ext>
            </a:extLst>
          </p:cNvPr>
          <p:cNvSpPr>
            <a:spLocks noGrp="1"/>
          </p:cNvSpPr>
          <p:nvPr>
            <p:ph type="ctrTitle"/>
          </p:nvPr>
        </p:nvSpPr>
        <p:spPr>
          <a:xfrm>
            <a:off x="386542" y="153022"/>
            <a:ext cx="9144000" cy="746235"/>
          </a:xfrm>
        </p:spPr>
        <p:txBody>
          <a:bodyPr>
            <a:normAutofit/>
          </a:bodyPr>
          <a:lstStyle/>
          <a:p>
            <a:r>
              <a:rPr kumimoji="1" lang="en-US" altLang="ja-JP" dirty="0"/>
              <a:t>EC Logging Feature</a:t>
            </a:r>
            <a:endParaRPr kumimoji="1" lang="ja-JP" altLang="en-US" dirty="0"/>
          </a:p>
        </p:txBody>
      </p:sp>
      <p:sp>
        <p:nvSpPr>
          <p:cNvPr id="3" name="テキスト プレースホルダー 2">
            <a:extLst>
              <a:ext uri="{FF2B5EF4-FFF2-40B4-BE49-F238E27FC236}">
                <a16:creationId xmlns:a16="http://schemas.microsoft.com/office/drawing/2014/main" xmlns="" id="{01CE3832-0A19-E23D-ACE7-88A86BF18651}"/>
              </a:ext>
            </a:extLst>
          </p:cNvPr>
          <p:cNvSpPr>
            <a:spLocks noGrp="1"/>
          </p:cNvSpPr>
          <p:nvPr>
            <p:ph type="body" sz="quarter" idx="13"/>
          </p:nvPr>
        </p:nvSpPr>
        <p:spPr>
          <a:xfrm>
            <a:off x="386541" y="1188720"/>
            <a:ext cx="11666914" cy="4160520"/>
          </a:xfrm>
        </p:spPr>
        <p:txBody>
          <a:bodyPr>
            <a:normAutofit/>
          </a:bodyPr>
          <a:lstStyle/>
          <a:p>
            <a:r>
              <a:rPr kumimoji="1" lang="en-US" altLang="ja-JP" sz="1800" dirty="0">
                <a:solidFill>
                  <a:srgbClr val="FF0000"/>
                </a:solidFill>
                <a:latin typeface="メイリオ" panose="020B0604030504040204" pitchFamily="50" charset="-128"/>
                <a:ea typeface="メイリオ" panose="020B0604030504040204" pitchFamily="50" charset="-128"/>
              </a:rPr>
              <a:t>SNCX EC Logging Feature (21Ah)</a:t>
            </a:r>
          </a:p>
          <a:p>
            <a:pPr lvl="1"/>
            <a:r>
              <a:rPr lang="en-US" altLang="ja-JP" sz="1800" dirty="0">
                <a:solidFill>
                  <a:srgbClr val="FF0000"/>
                </a:solidFill>
                <a:latin typeface="メイリオ" panose="020B0604030504040204" pitchFamily="50" charset="-128"/>
                <a:ea typeface="メイリオ" panose="020B0604030504040204" pitchFamily="50" charset="-128"/>
              </a:rPr>
              <a:t>BIOS</a:t>
            </a:r>
            <a:r>
              <a:rPr lang="ja-JP" altLang="en-US" sz="1800" dirty="0">
                <a:solidFill>
                  <a:srgbClr val="FF0000"/>
                </a:solidFill>
                <a:latin typeface="メイリオ" panose="020B0604030504040204" pitchFamily="50" charset="-128"/>
                <a:ea typeface="メイリオ" panose="020B0604030504040204" pitchFamily="50" charset="-128"/>
              </a:rPr>
              <a:t>要求仕様書</a:t>
            </a:r>
            <a:endParaRPr kumimoji="1" lang="en-US" altLang="ja-JP" sz="1800" dirty="0">
              <a:solidFill>
                <a:srgbClr val="FF0000"/>
              </a:solidFill>
              <a:latin typeface="メイリオ" panose="020B0604030504040204" pitchFamily="50" charset="-128"/>
              <a:ea typeface="メイリオ" panose="020B0604030504040204" pitchFamily="50" charset="-128"/>
            </a:endParaRPr>
          </a:p>
          <a:p>
            <a:pPr lvl="2"/>
            <a:r>
              <a:rPr lang="en-US" altLang="ja-JP" sz="1400" u="sng" dirty="0">
                <a:solidFill>
                  <a:srgbClr val="467886"/>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\\vsv0054\fsroot\folders\SNTF0218\ALL\WG\BIOS\Requirements\StdBIOSSpec\Feature\SNCX EC Logging Feature</a:t>
            </a:r>
          </a:p>
          <a:p>
            <a:pPr lvl="2"/>
            <a:r>
              <a:rPr lang="en-US" altLang="ja-JP" sz="1400" dirty="0">
                <a:solidFill>
                  <a:srgbClr val="FF0000"/>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Standard-BIOS-SNCXECLoggingFeature-01.00.00.pdf</a:t>
            </a:r>
          </a:p>
          <a:p>
            <a:pPr lvl="2"/>
            <a:r>
              <a:rPr lang="en-US" altLang="ja-JP" sz="1400" dirty="0">
                <a:solidFill>
                  <a:srgbClr val="FF0000"/>
                </a:solidFill>
                <a:latin typeface="游ゴシック" panose="020B0400000000000000" pitchFamily="50" charset="-128"/>
                <a:ea typeface="游ゴシック" panose="020B0400000000000000" pitchFamily="50" charset="-128"/>
                <a:cs typeface="ＭＳ Ｐゴシック" panose="020B0600070205080204" pitchFamily="50" charset="-128"/>
              </a:rPr>
              <a:t>SNCX Command</a:t>
            </a:r>
            <a:r>
              <a:rPr lang="ja-JP" altLang="en-US" sz="1400" dirty="0">
                <a:solidFill>
                  <a:srgbClr val="FF0000"/>
                </a:solidFill>
                <a:latin typeface="游ゴシック" panose="020B0400000000000000" pitchFamily="50" charset="-128"/>
                <a:ea typeface="游ゴシック" panose="020B0400000000000000" pitchFamily="50" charset="-128"/>
                <a:cs typeface="ＭＳ Ｐゴシック" panose="020B0600070205080204" pitchFamily="50" charset="-128"/>
              </a:rPr>
              <a:t>等に変更はありません。</a:t>
            </a:r>
            <a:endParaRPr lang="en-US" altLang="ja-JP" sz="1400" dirty="0">
              <a:solidFill>
                <a:srgbClr val="FF0000"/>
              </a:solidFill>
              <a:latin typeface="游ゴシック" panose="020B0400000000000000" pitchFamily="50" charset="-128"/>
              <a:ea typeface="游ゴシック" panose="020B0400000000000000" pitchFamily="50" charset="-128"/>
              <a:cs typeface="ＭＳ Ｐゴシック" panose="020B0600070205080204" pitchFamily="50" charset="-128"/>
            </a:endParaRPr>
          </a:p>
          <a:p>
            <a:pPr lvl="2"/>
            <a:r>
              <a:rPr lang="ja-JP" altLang="en-US" sz="1400" dirty="0">
                <a:solidFill>
                  <a:srgbClr val="FF0000"/>
                </a:solidFill>
                <a:latin typeface="游ゴシック" panose="020B0400000000000000" pitchFamily="50" charset="-128"/>
                <a:ea typeface="游ゴシック" panose="020B0400000000000000" pitchFamily="50" charset="-128"/>
                <a:cs typeface="ＭＳ Ｐゴシック" panose="020B0600070205080204" pitchFamily="50" charset="-128"/>
              </a:rPr>
              <a:t>どの</a:t>
            </a:r>
            <a:r>
              <a:rPr lang="en-US" altLang="ja-JP" sz="1400" dirty="0">
                <a:solidFill>
                  <a:srgbClr val="FF0000"/>
                </a:solidFill>
                <a:latin typeface="游ゴシック" panose="020B0400000000000000" pitchFamily="50" charset="-128"/>
                <a:ea typeface="游ゴシック" panose="020B0400000000000000" pitchFamily="50" charset="-128"/>
                <a:cs typeface="ＭＳ Ｐゴシック" panose="020B0600070205080204" pitchFamily="50" charset="-128"/>
              </a:rPr>
              <a:t>BIOS</a:t>
            </a:r>
            <a:r>
              <a:rPr lang="ja-JP" altLang="en-US" sz="1400" dirty="0">
                <a:solidFill>
                  <a:srgbClr val="FF0000"/>
                </a:solidFill>
                <a:latin typeface="游ゴシック" panose="020B0400000000000000" pitchFamily="50" charset="-128"/>
                <a:ea typeface="游ゴシック" panose="020B0400000000000000" pitchFamily="50" charset="-128"/>
                <a:cs typeface="ＭＳ Ｐゴシック" panose="020B0600070205080204" pitchFamily="50" charset="-128"/>
              </a:rPr>
              <a:t>から対応されるかは別途豊田さんと調整をお願いします。</a:t>
            </a:r>
            <a:endParaRPr lang="en-US" altLang="ja-JP" sz="1400" dirty="0">
              <a:solidFill>
                <a:srgbClr val="FF0000"/>
              </a:solidFill>
              <a:latin typeface="游ゴシック" panose="020B0400000000000000" pitchFamily="50" charset="-128"/>
              <a:ea typeface="游ゴシック" panose="020B0400000000000000" pitchFamily="50" charset="-128"/>
              <a:cs typeface="ＭＳ Ｐゴシック" panose="020B0600070205080204" pitchFamily="50" charset="-128"/>
            </a:endParaRPr>
          </a:p>
          <a:p>
            <a:pPr lvl="2"/>
            <a:endParaRPr lang="en-US" altLang="ja-JP" sz="1400" dirty="0">
              <a:latin typeface="游ゴシック" panose="020B0400000000000000" pitchFamily="50" charset="-128"/>
              <a:ea typeface="游ゴシック" panose="020B0400000000000000" pitchFamily="50" charset="-128"/>
              <a:cs typeface="ＭＳ Ｐゴシック" panose="020B0600070205080204" pitchFamily="50" charset="-128"/>
            </a:endParaRPr>
          </a:p>
          <a:p>
            <a:r>
              <a:rPr lang="en-US" altLang="ja-JP" sz="1800" dirty="0">
                <a:solidFill>
                  <a:srgbClr val="FF0000"/>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SNCX System Charging Control Feature 3 (215h)</a:t>
            </a:r>
          </a:p>
          <a:p>
            <a:pPr lvl="1"/>
            <a:r>
              <a:rPr lang="en-US" altLang="ja-JP" sz="1800" dirty="0">
                <a:solidFill>
                  <a:srgbClr val="FF0000"/>
                </a:solidFill>
                <a:latin typeface="メイリオ" panose="020B0604030504040204" pitchFamily="50" charset="-128"/>
                <a:ea typeface="メイリオ" panose="020B0604030504040204" pitchFamily="50" charset="-128"/>
              </a:rPr>
              <a:t>BIOS</a:t>
            </a:r>
            <a:r>
              <a:rPr lang="ja-JP" altLang="en-US" sz="1800" dirty="0">
                <a:solidFill>
                  <a:srgbClr val="FF0000"/>
                </a:solidFill>
                <a:latin typeface="メイリオ" panose="020B0604030504040204" pitchFamily="50" charset="-128"/>
                <a:ea typeface="メイリオ" panose="020B0604030504040204" pitchFamily="50" charset="-128"/>
              </a:rPr>
              <a:t>要求仕様書</a:t>
            </a:r>
            <a:endParaRPr lang="en-US" altLang="ja-JP" sz="1800" dirty="0">
              <a:solidFill>
                <a:srgbClr val="FF0000"/>
              </a:solidFill>
              <a:latin typeface="メイリオ" panose="020B0604030504040204" pitchFamily="50" charset="-128"/>
              <a:ea typeface="メイリオ" panose="020B0604030504040204" pitchFamily="50" charset="-128"/>
            </a:endParaRPr>
          </a:p>
          <a:p>
            <a:pPr lvl="2"/>
            <a:r>
              <a:rPr kumimoji="1" lang="en-US" altLang="ja-JP" sz="1400" dirty="0">
                <a:latin typeface="メイリオ" panose="020B0604030504040204" pitchFamily="50" charset="-128"/>
                <a:ea typeface="メイリオ" panose="020B0604030504040204" pitchFamily="50" charset="-128"/>
                <a:hlinkClick r:id="rId2" action="ppaction://hlinkfile"/>
              </a:rPr>
              <a:t>\\vsv0054\fsroot\folders\SNTF0218\ALL\WG\BIOS\Requirements\StdBIOSSpec\Feature\SNCX System Charging Control Feature</a:t>
            </a:r>
            <a:endParaRPr kumimoji="1" lang="en-US" altLang="ja-JP" sz="1400" dirty="0">
              <a:latin typeface="メイリオ" panose="020B0604030504040204" pitchFamily="50" charset="-128"/>
              <a:ea typeface="メイリオ" panose="020B0604030504040204" pitchFamily="50" charset="-128"/>
            </a:endParaRPr>
          </a:p>
          <a:p>
            <a:pPr lvl="2"/>
            <a:r>
              <a:rPr kumimoji="1" lang="en-US" altLang="ja-JP" sz="1400" dirty="0">
                <a:solidFill>
                  <a:srgbClr val="FF0000"/>
                </a:solidFill>
                <a:latin typeface="メイリオ" panose="020B0604030504040204" pitchFamily="50" charset="-128"/>
                <a:ea typeface="メイリオ" panose="020B0604030504040204" pitchFamily="50" charset="-128"/>
              </a:rPr>
              <a:t>Standard-BIOS-SNCXSystemChargingControlFeature-03.00.00.pdf</a:t>
            </a:r>
          </a:p>
          <a:p>
            <a:pPr lvl="2"/>
            <a:r>
              <a:rPr lang="en-US" altLang="ja-JP" sz="1400" dirty="0">
                <a:solidFill>
                  <a:srgbClr val="FF0000"/>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218h</a:t>
            </a:r>
            <a:r>
              <a:rPr lang="ja-JP" altLang="en-US" sz="1400" dirty="0">
                <a:solidFill>
                  <a:srgbClr val="FF0000"/>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は廃止して</a:t>
            </a:r>
            <a:r>
              <a:rPr lang="en-US" altLang="ja-JP" sz="1400" dirty="0">
                <a:solidFill>
                  <a:srgbClr val="FF0000"/>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215h</a:t>
            </a:r>
            <a:r>
              <a:rPr lang="ja-JP" altLang="en-US" sz="1400" dirty="0">
                <a:solidFill>
                  <a:srgbClr val="FF0000"/>
                </a:solidFill>
                <a:effectLst/>
                <a:latin typeface="游ゴシック" panose="020B0400000000000000" pitchFamily="50" charset="-128"/>
                <a:ea typeface="游ゴシック" panose="020B0400000000000000" pitchFamily="50" charset="-128"/>
                <a:cs typeface="ＭＳ Ｐゴシック" panose="020B0600070205080204" pitchFamily="50" charset="-128"/>
              </a:rPr>
              <a:t>の仕様に戻してください。</a:t>
            </a:r>
          </a:p>
          <a:p>
            <a:endParaRPr lang="en-US" altLang="ja-JP" sz="18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a:p>
            <a:pPr lvl="2"/>
            <a:endParaRPr lang="en-US" altLang="ja-JP" sz="1400" dirty="0">
              <a:latin typeface="游ゴシック" panose="020B0400000000000000" pitchFamily="50" charset="-128"/>
              <a:ea typeface="游ゴシック" panose="020B0400000000000000" pitchFamily="50" charset="-128"/>
              <a:cs typeface="ＭＳ Ｐゴシック" panose="020B0600070205080204" pitchFamily="50" charset="-128"/>
            </a:endParaRPr>
          </a:p>
          <a:p>
            <a:pPr marL="914400" lvl="2" indent="0">
              <a:buNone/>
            </a:pPr>
            <a:endParaRPr lang="en-US" altLang="ja-JP" sz="1400" dirty="0">
              <a:effectLst/>
              <a:latin typeface="游ゴシック" panose="020B0400000000000000" pitchFamily="50" charset="-128"/>
              <a:ea typeface="游ゴシック" panose="020B0400000000000000" pitchFamily="50" charset="-128"/>
              <a:cs typeface="ＭＳ Ｐゴシック" panose="020B0600070205080204" pitchFamily="50" charset="-128"/>
            </a:endParaRPr>
          </a:p>
        </p:txBody>
      </p:sp>
    </p:spTree>
    <p:extLst>
      <p:ext uri="{BB962C8B-B14F-4D97-AF65-F5344CB8AC3E}">
        <p14:creationId xmlns:p14="http://schemas.microsoft.com/office/powerpoint/2010/main" val="490625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xmlns="" id="{AAA5ACBE-F49F-C7CE-31D3-2D20C1916014}"/>
              </a:ext>
            </a:extLst>
          </p:cNvPr>
          <p:cNvPicPr>
            <a:picLocks noChangeAspect="1"/>
          </p:cNvPicPr>
          <p:nvPr/>
        </p:nvPicPr>
        <p:blipFill>
          <a:blip r:embed="rId2"/>
          <a:stretch>
            <a:fillRect/>
          </a:stretch>
        </p:blipFill>
        <p:spPr>
          <a:xfrm>
            <a:off x="6819127" y="3419427"/>
            <a:ext cx="4897632" cy="1834277"/>
          </a:xfrm>
          <a:prstGeom prst="rect">
            <a:avLst/>
          </a:prstGeom>
        </p:spPr>
      </p:pic>
      <p:pic>
        <p:nvPicPr>
          <p:cNvPr id="11" name="図 10">
            <a:extLst>
              <a:ext uri="{FF2B5EF4-FFF2-40B4-BE49-F238E27FC236}">
                <a16:creationId xmlns:a16="http://schemas.microsoft.com/office/drawing/2014/main" xmlns="" id="{E00CDB64-D1DD-0D2A-48F5-9E2B2EF122C1}"/>
              </a:ext>
            </a:extLst>
          </p:cNvPr>
          <p:cNvPicPr>
            <a:picLocks noChangeAspect="1"/>
          </p:cNvPicPr>
          <p:nvPr/>
        </p:nvPicPr>
        <p:blipFill>
          <a:blip r:embed="rId3"/>
          <a:stretch>
            <a:fillRect/>
          </a:stretch>
        </p:blipFill>
        <p:spPr>
          <a:xfrm>
            <a:off x="1864996" y="3209946"/>
            <a:ext cx="4502310" cy="1958444"/>
          </a:xfrm>
          <a:prstGeom prst="rect">
            <a:avLst/>
          </a:prstGeom>
        </p:spPr>
      </p:pic>
      <p:sp>
        <p:nvSpPr>
          <p:cNvPr id="2" name="タイトル 1">
            <a:extLst>
              <a:ext uri="{FF2B5EF4-FFF2-40B4-BE49-F238E27FC236}">
                <a16:creationId xmlns:a16="http://schemas.microsoft.com/office/drawing/2014/main" xmlns="" id="{0D9067C2-8843-C37B-D78F-DD77EA5E2E1C}"/>
              </a:ext>
            </a:extLst>
          </p:cNvPr>
          <p:cNvSpPr>
            <a:spLocks noGrp="1"/>
          </p:cNvSpPr>
          <p:nvPr>
            <p:ph type="ctrTitle"/>
          </p:nvPr>
        </p:nvSpPr>
        <p:spPr>
          <a:xfrm>
            <a:off x="386542" y="153022"/>
            <a:ext cx="9144000" cy="746235"/>
          </a:xfrm>
        </p:spPr>
        <p:txBody>
          <a:bodyPr>
            <a:normAutofit/>
          </a:bodyPr>
          <a:lstStyle/>
          <a:p>
            <a:r>
              <a:rPr kumimoji="1" lang="en-US" altLang="ja-JP" dirty="0"/>
              <a:t>EC Logging Feature</a:t>
            </a:r>
            <a:endParaRPr kumimoji="1" lang="ja-JP" altLang="en-US" dirty="0"/>
          </a:p>
        </p:txBody>
      </p:sp>
      <p:sp>
        <p:nvSpPr>
          <p:cNvPr id="3" name="テキスト プレースホルダー 2">
            <a:extLst>
              <a:ext uri="{FF2B5EF4-FFF2-40B4-BE49-F238E27FC236}">
                <a16:creationId xmlns:a16="http://schemas.microsoft.com/office/drawing/2014/main" xmlns="" id="{01CE3832-0A19-E23D-ACE7-88A86BF18651}"/>
              </a:ext>
            </a:extLst>
          </p:cNvPr>
          <p:cNvSpPr>
            <a:spLocks noGrp="1"/>
          </p:cNvSpPr>
          <p:nvPr>
            <p:ph type="body" sz="quarter" idx="13"/>
          </p:nvPr>
        </p:nvSpPr>
        <p:spPr>
          <a:xfrm>
            <a:off x="386541" y="1188720"/>
            <a:ext cx="11666914" cy="2889906"/>
          </a:xfrm>
        </p:spPr>
        <p:txBody>
          <a:bodyPr>
            <a:normAutofit/>
          </a:bodyPr>
          <a:lstStyle/>
          <a:p>
            <a:r>
              <a:rPr kumimoji="1" lang="en-US" altLang="ja-JP" sz="1800" dirty="0">
                <a:solidFill>
                  <a:srgbClr val="FF0000"/>
                </a:solidFill>
                <a:latin typeface="メイリオ" panose="020B0604030504040204" pitchFamily="50" charset="-128"/>
                <a:ea typeface="メイリオ" panose="020B0604030504040204" pitchFamily="50" charset="-128"/>
              </a:rPr>
              <a:t>SNCX EC Logging Feature (21Ah)</a:t>
            </a:r>
          </a:p>
          <a:p>
            <a:pPr lvl="1"/>
            <a:r>
              <a:rPr lang="en-US" altLang="ja-JP" sz="1800" dirty="0">
                <a:effectLst/>
                <a:latin typeface="游ゴシック" panose="020B0400000000000000" pitchFamily="50" charset="-128"/>
                <a:cs typeface="ＭＳ Ｐゴシック" panose="020B0600070205080204" pitchFamily="50" charset="-128"/>
              </a:rPr>
              <a:t>EC Log</a:t>
            </a:r>
            <a:r>
              <a:rPr lang="ja-JP" altLang="en-US" sz="1800" dirty="0">
                <a:effectLst/>
                <a:latin typeface="游ゴシック" panose="020B0400000000000000" pitchFamily="50" charset="-128"/>
                <a:cs typeface="ＭＳ Ｐゴシック" panose="020B0600070205080204" pitchFamily="50" charset="-128"/>
              </a:rPr>
              <a:t>構成</a:t>
            </a:r>
            <a:endParaRPr lang="en-US" altLang="ja-JP" sz="1800" dirty="0">
              <a:effectLst/>
              <a:latin typeface="游ゴシック" panose="020B0400000000000000" pitchFamily="50" charset="-128"/>
              <a:cs typeface="ＭＳ Ｐゴシック" panose="020B0600070205080204" pitchFamily="50" charset="-128"/>
            </a:endParaRPr>
          </a:p>
          <a:p>
            <a:pPr lvl="2"/>
            <a:r>
              <a:rPr lang="ja-JP" altLang="en-US" sz="1500" dirty="0">
                <a:latin typeface="游ゴシック" panose="020B0400000000000000" pitchFamily="50" charset="-128"/>
                <a:cs typeface="ＭＳ Ｐゴシック" panose="020B0600070205080204" pitchFamily="50" charset="-128"/>
              </a:rPr>
              <a:t>ヘッダー</a:t>
            </a:r>
            <a:r>
              <a:rPr lang="en-US" altLang="ja-JP" sz="1500" dirty="0">
                <a:latin typeface="游ゴシック" panose="020B0400000000000000" pitchFamily="50" charset="-128"/>
                <a:cs typeface="ＭＳ Ｐゴシック" panose="020B0600070205080204" pitchFamily="50" charset="-128"/>
              </a:rPr>
              <a:t>4Byte + 6Byte</a:t>
            </a:r>
            <a:r>
              <a:rPr lang="ja-JP" altLang="en-US" sz="1500" dirty="0">
                <a:latin typeface="游ゴシック" panose="020B0400000000000000" pitchFamily="50" charset="-128"/>
                <a:cs typeface="ＭＳ Ｐゴシック" panose="020B0600070205080204" pitchFamily="50" charset="-128"/>
              </a:rPr>
              <a:t>単位の</a:t>
            </a:r>
            <a:r>
              <a:rPr lang="en-US" altLang="ja-JP" sz="1500" dirty="0">
                <a:latin typeface="游ゴシック" panose="020B0400000000000000" pitchFamily="50" charset="-128"/>
                <a:cs typeface="ＭＳ Ｐゴシック" panose="020B0600070205080204" pitchFamily="50" charset="-128"/>
              </a:rPr>
              <a:t>EC</a:t>
            </a:r>
            <a:r>
              <a:rPr lang="ja-JP" altLang="en-US" sz="1500" dirty="0">
                <a:latin typeface="游ゴシック" panose="020B0400000000000000" pitchFamily="50" charset="-128"/>
                <a:cs typeface="ＭＳ Ｐゴシック" panose="020B0600070205080204" pitchFamily="50" charset="-128"/>
              </a:rPr>
              <a:t>イベントログで構成されており、</a:t>
            </a:r>
            <a:r>
              <a:rPr lang="en-US" altLang="ja-JP" sz="1500" dirty="0">
                <a:latin typeface="游ゴシック" panose="020B0400000000000000" pitchFamily="50" charset="-128"/>
                <a:cs typeface="ＭＳ Ｐゴシック" panose="020B0600070205080204" pitchFamily="50" charset="-128"/>
              </a:rPr>
              <a:t/>
            </a:r>
            <a:br>
              <a:rPr lang="en-US" altLang="ja-JP" sz="1500" dirty="0">
                <a:latin typeface="游ゴシック" panose="020B0400000000000000" pitchFamily="50" charset="-128"/>
                <a:cs typeface="ＭＳ Ｐゴシック" panose="020B0600070205080204" pitchFamily="50" charset="-128"/>
              </a:rPr>
            </a:br>
            <a:r>
              <a:rPr lang="en-US" altLang="ja-JP" sz="1500" dirty="0">
                <a:latin typeface="游ゴシック" panose="020B0400000000000000" pitchFamily="50" charset="-128"/>
                <a:cs typeface="ＭＳ Ｐゴシック" panose="020B0600070205080204" pitchFamily="50" charset="-128"/>
              </a:rPr>
              <a:t>EC</a:t>
            </a:r>
            <a:r>
              <a:rPr lang="ja-JP" altLang="en-US" sz="1500" dirty="0">
                <a:latin typeface="游ゴシック" panose="020B0400000000000000" pitchFamily="50" charset="-128"/>
                <a:cs typeface="ＭＳ Ｐゴシック" panose="020B0600070205080204" pitchFamily="50" charset="-128"/>
              </a:rPr>
              <a:t>が確保した</a:t>
            </a:r>
            <a:r>
              <a:rPr lang="en-US" altLang="ja-JP" sz="1500" dirty="0">
                <a:latin typeface="游ゴシック" panose="020B0400000000000000" pitchFamily="50" charset="-128"/>
                <a:cs typeface="ＭＳ Ｐゴシック" panose="020B0600070205080204" pitchFamily="50" charset="-128"/>
              </a:rPr>
              <a:t>Ring Buffer Size</a:t>
            </a:r>
            <a:r>
              <a:rPr lang="ja-JP" altLang="en-US" sz="1500" dirty="0">
                <a:latin typeface="游ゴシック" panose="020B0400000000000000" pitchFamily="50" charset="-128"/>
                <a:cs typeface="ＭＳ Ｐゴシック" panose="020B0600070205080204" pitchFamily="50" charset="-128"/>
              </a:rPr>
              <a:t>分（</a:t>
            </a:r>
            <a:r>
              <a:rPr lang="en-US" altLang="ja-JP" sz="1500" dirty="0">
                <a:latin typeface="游ゴシック" panose="020B0400000000000000" pitchFamily="50" charset="-128"/>
                <a:cs typeface="ＭＳ Ｐゴシック" panose="020B0600070205080204" pitchFamily="50" charset="-128"/>
              </a:rPr>
              <a:t>Spark</a:t>
            </a:r>
            <a:r>
              <a:rPr lang="ja-JP" altLang="en-US" sz="1500" dirty="0">
                <a:latin typeface="游ゴシック" panose="020B0400000000000000" pitchFamily="50" charset="-128"/>
                <a:cs typeface="ＭＳ Ｐゴシック" panose="020B0600070205080204" pitchFamily="50" charset="-128"/>
              </a:rPr>
              <a:t>は</a:t>
            </a:r>
            <a:r>
              <a:rPr lang="en-US" altLang="ja-JP" sz="1500" dirty="0">
                <a:latin typeface="游ゴシック" panose="020B0400000000000000" pitchFamily="50" charset="-128"/>
                <a:cs typeface="ＭＳ Ｐゴシック" panose="020B0600070205080204" pitchFamily="50" charset="-128"/>
              </a:rPr>
              <a:t>252Byte</a:t>
            </a:r>
            <a:r>
              <a:rPr lang="ja-JP" altLang="en-US" sz="1500" dirty="0">
                <a:latin typeface="游ゴシック" panose="020B0400000000000000" pitchFamily="50" charset="-128"/>
                <a:cs typeface="ＭＳ Ｐゴシック" panose="020B0600070205080204" pitchFamily="50" charset="-128"/>
              </a:rPr>
              <a:t>）のログが取得可能です。</a:t>
            </a:r>
            <a:endParaRPr lang="en-US" altLang="ja-JP" sz="1500" dirty="0">
              <a:latin typeface="游ゴシック" panose="020B0400000000000000" pitchFamily="50" charset="-128"/>
              <a:cs typeface="ＭＳ Ｐゴシック" panose="020B0600070205080204" pitchFamily="50" charset="-128"/>
            </a:endParaRPr>
          </a:p>
          <a:p>
            <a:pPr lvl="2"/>
            <a:r>
              <a:rPr lang="en-US" altLang="ja-JP" sz="1500" dirty="0">
                <a:latin typeface="游ゴシック" panose="020B0400000000000000" pitchFamily="50" charset="-128"/>
                <a:cs typeface="ＭＳ Ｐゴシック" panose="020B0600070205080204" pitchFamily="50" charset="-128"/>
              </a:rPr>
              <a:t>EC</a:t>
            </a:r>
            <a:r>
              <a:rPr lang="ja-JP" altLang="en-US" sz="1500" dirty="0">
                <a:latin typeface="游ゴシック" panose="020B0400000000000000" pitchFamily="50" charset="-128"/>
                <a:cs typeface="ＭＳ Ｐゴシック" panose="020B0600070205080204" pitchFamily="50" charset="-128"/>
              </a:rPr>
              <a:t>イベントログは</a:t>
            </a:r>
            <a:r>
              <a:rPr lang="en-US" altLang="ja-JP" sz="1500" dirty="0">
                <a:latin typeface="游ゴシック" panose="020B0400000000000000" pitchFamily="50" charset="-128"/>
                <a:cs typeface="ＭＳ Ｐゴシック" panose="020B0600070205080204" pitchFamily="50" charset="-128"/>
              </a:rPr>
              <a:t>Event Code(1Byte)</a:t>
            </a:r>
            <a:r>
              <a:rPr lang="ja-JP" altLang="en-US" sz="1500" dirty="0">
                <a:latin typeface="游ゴシック" panose="020B0400000000000000" pitchFamily="50" charset="-128"/>
                <a:cs typeface="ＭＳ Ｐゴシック" panose="020B0600070205080204" pitchFamily="50" charset="-128"/>
              </a:rPr>
              <a:t>、</a:t>
            </a:r>
            <a:r>
              <a:rPr lang="en-US" altLang="ja-JP" sz="1500" dirty="0">
                <a:latin typeface="游ゴシック" panose="020B0400000000000000" pitchFamily="50" charset="-128"/>
                <a:cs typeface="ＭＳ Ｐゴシック" panose="020B0600070205080204" pitchFamily="50" charset="-128"/>
              </a:rPr>
              <a:t>Parameter1(1Byte)</a:t>
            </a:r>
            <a:r>
              <a:rPr lang="ja-JP" altLang="en-US" sz="1500" dirty="0">
                <a:latin typeface="游ゴシック" panose="020B0400000000000000" pitchFamily="50" charset="-128"/>
                <a:cs typeface="ＭＳ Ｐゴシック" panose="020B0600070205080204" pitchFamily="50" charset="-128"/>
              </a:rPr>
              <a:t>、</a:t>
            </a:r>
            <a:r>
              <a:rPr lang="en-US" altLang="ja-JP" sz="1500" dirty="0">
                <a:latin typeface="游ゴシック" panose="020B0400000000000000" pitchFamily="50" charset="-128"/>
                <a:cs typeface="ＭＳ Ｐゴシック" panose="020B0600070205080204" pitchFamily="50" charset="-128"/>
              </a:rPr>
              <a:t>Parameter2(4Byte)</a:t>
            </a:r>
            <a:r>
              <a:rPr lang="ja-JP" altLang="en-US" sz="1500" dirty="0">
                <a:latin typeface="游ゴシック" panose="020B0400000000000000" pitchFamily="50" charset="-128"/>
                <a:cs typeface="ＭＳ Ｐゴシック" panose="020B0600070205080204" pitchFamily="50" charset="-128"/>
              </a:rPr>
              <a:t>の計</a:t>
            </a:r>
            <a:r>
              <a:rPr lang="en-US" altLang="ja-JP" sz="1500" dirty="0">
                <a:latin typeface="游ゴシック" panose="020B0400000000000000" pitchFamily="50" charset="-128"/>
                <a:cs typeface="ＭＳ Ｐゴシック" panose="020B0600070205080204" pitchFamily="50" charset="-128"/>
              </a:rPr>
              <a:t>6Byte</a:t>
            </a:r>
            <a:r>
              <a:rPr lang="ja-JP" altLang="en-US" sz="1500" dirty="0">
                <a:latin typeface="游ゴシック" panose="020B0400000000000000" pitchFamily="50" charset="-128"/>
                <a:cs typeface="ＭＳ Ｐゴシック" panose="020B0600070205080204" pitchFamily="50" charset="-128"/>
              </a:rPr>
              <a:t>で構成されています。</a:t>
            </a:r>
            <a:endParaRPr lang="en-US" altLang="ja-JP" sz="1500" dirty="0">
              <a:latin typeface="游ゴシック" panose="020B0400000000000000" pitchFamily="50" charset="-128"/>
              <a:cs typeface="ＭＳ Ｐゴシック" panose="020B0600070205080204" pitchFamily="50" charset="-128"/>
            </a:endParaRPr>
          </a:p>
          <a:p>
            <a:pPr lvl="2"/>
            <a:r>
              <a:rPr lang="en-US" altLang="ja-JP" sz="1500" dirty="0">
                <a:effectLst/>
                <a:latin typeface="游ゴシック" panose="020B0400000000000000" pitchFamily="50" charset="-128"/>
                <a:cs typeface="ＭＳ Ｐゴシック" panose="020B0600070205080204" pitchFamily="50" charset="-128"/>
              </a:rPr>
              <a:t>EC</a:t>
            </a:r>
            <a:r>
              <a:rPr lang="ja-JP" altLang="en-US" sz="1500" dirty="0">
                <a:effectLst/>
                <a:latin typeface="游ゴシック" panose="020B0400000000000000" pitchFamily="50" charset="-128"/>
                <a:cs typeface="ＭＳ Ｐゴシック" panose="020B0600070205080204" pitchFamily="50" charset="-128"/>
              </a:rPr>
              <a:t>イベントログは</a:t>
            </a:r>
            <a:r>
              <a:rPr lang="en-US" altLang="ja-JP" sz="1500" dirty="0">
                <a:effectLst/>
                <a:latin typeface="游ゴシック" panose="020B0400000000000000" pitchFamily="50" charset="-128"/>
                <a:cs typeface="ＭＳ Ｐゴシック" panose="020B0600070205080204" pitchFamily="50" charset="-128"/>
              </a:rPr>
              <a:t>Ring Buffer</a:t>
            </a:r>
            <a:r>
              <a:rPr lang="ja-JP" altLang="en-US" sz="1500" dirty="0">
                <a:effectLst/>
                <a:latin typeface="游ゴシック" panose="020B0400000000000000" pitchFamily="50" charset="-128"/>
                <a:cs typeface="ＭＳ Ｐゴシック" panose="020B0600070205080204" pitchFamily="50" charset="-128"/>
              </a:rPr>
              <a:t>方式で記録され、</a:t>
            </a:r>
            <a:r>
              <a:rPr lang="en-US" altLang="ja-JP" sz="1500" dirty="0">
                <a:effectLst/>
                <a:latin typeface="游ゴシック" panose="020B0400000000000000" pitchFamily="50" charset="-128"/>
                <a:cs typeface="ＭＳ Ｐゴシック" panose="020B0600070205080204" pitchFamily="50" charset="-128"/>
              </a:rPr>
              <a:t>1</a:t>
            </a:r>
            <a:r>
              <a:rPr lang="ja-JP" altLang="en-US" sz="1500" dirty="0">
                <a:effectLst/>
                <a:latin typeface="游ゴシック" panose="020B0400000000000000" pitchFamily="50" charset="-128"/>
                <a:cs typeface="ＭＳ Ｐゴシック" panose="020B0600070205080204" pitchFamily="50" charset="-128"/>
              </a:rPr>
              <a:t>番古いログは最新のログで上書き</a:t>
            </a:r>
            <a:r>
              <a:rPr lang="ja-JP" altLang="en-US" sz="1500" dirty="0">
                <a:latin typeface="游ゴシック" panose="020B0400000000000000" pitchFamily="50" charset="-128"/>
                <a:cs typeface="ＭＳ Ｐゴシック" panose="020B0600070205080204" pitchFamily="50" charset="-128"/>
              </a:rPr>
              <a:t>され</a:t>
            </a:r>
            <a:r>
              <a:rPr lang="ja-JP" altLang="en-US" sz="1500" dirty="0">
                <a:effectLst/>
                <a:latin typeface="游ゴシック" panose="020B0400000000000000" pitchFamily="50" charset="-128"/>
                <a:cs typeface="ＭＳ Ｐゴシック" panose="020B0600070205080204" pitchFamily="50" charset="-128"/>
              </a:rPr>
              <a:t>ます。</a:t>
            </a:r>
            <a:endParaRPr lang="en-US" altLang="ja-JP" sz="1500" dirty="0">
              <a:effectLst/>
              <a:latin typeface="游ゴシック" panose="020B0400000000000000" pitchFamily="50" charset="-128"/>
              <a:cs typeface="ＭＳ Ｐゴシック" panose="020B0600070205080204" pitchFamily="50" charset="-128"/>
            </a:endParaRPr>
          </a:p>
        </p:txBody>
      </p:sp>
      <p:sp>
        <p:nvSpPr>
          <p:cNvPr id="4" name="スライド番号プレースホルダー 3">
            <a:extLst>
              <a:ext uri="{FF2B5EF4-FFF2-40B4-BE49-F238E27FC236}">
                <a16:creationId xmlns:a16="http://schemas.microsoft.com/office/drawing/2014/main" xmlns="" id="{C99ED748-B5DF-171A-7F69-63D9453E9069}"/>
              </a:ext>
            </a:extLst>
          </p:cNvPr>
          <p:cNvSpPr>
            <a:spLocks noGrp="1"/>
          </p:cNvSpPr>
          <p:nvPr>
            <p:ph type="sldNum" sz="quarter" idx="12"/>
          </p:nvPr>
        </p:nvSpPr>
        <p:spPr>
          <a:xfrm>
            <a:off x="10756404" y="5168390"/>
            <a:ext cx="1164238" cy="365125"/>
          </a:xfrm>
        </p:spPr>
        <p:txBody>
          <a:bodyPr/>
          <a:lstStyle/>
          <a:p>
            <a:fld id="{6C8F67FE-2B9A-CC4E-A2F4-02E44906EFCC}" type="slidenum">
              <a:rPr lang="ja-JP" altLang="en-US" smtClean="0"/>
              <a:pPr/>
              <a:t>3</a:t>
            </a:fld>
            <a:endParaRPr lang="ja-JP" altLang="en-US"/>
          </a:p>
        </p:txBody>
      </p:sp>
      <p:sp>
        <p:nvSpPr>
          <p:cNvPr id="13" name="四角形: 角を丸くする 12">
            <a:extLst>
              <a:ext uri="{FF2B5EF4-FFF2-40B4-BE49-F238E27FC236}">
                <a16:creationId xmlns:a16="http://schemas.microsoft.com/office/drawing/2014/main" xmlns="" id="{7DDE2F98-038D-131F-FD1D-1F202F38C091}"/>
              </a:ext>
            </a:extLst>
          </p:cNvPr>
          <p:cNvSpPr/>
          <p:nvPr/>
        </p:nvSpPr>
        <p:spPr>
          <a:xfrm>
            <a:off x="2152790" y="4587030"/>
            <a:ext cx="1346868" cy="376856"/>
          </a:xfrm>
          <a:prstGeom prst="roundRect">
            <a:avLst/>
          </a:prstGeom>
          <a:solidFill>
            <a:schemeClr val="accent6">
              <a:lumMod val="20000"/>
              <a:lumOff val="80000"/>
            </a:schemeClr>
          </a:solidFill>
          <a:ln>
            <a:solidFill>
              <a:schemeClr val="bg1">
                <a:lumMod val="50000"/>
              </a:schemeClr>
            </a:solidFill>
          </a:ln>
        </p:spPr>
        <p:txBody>
          <a:bodyPr vert="horz" wrap="none" lIns="0" tIns="45720" rIns="0" bIns="45720" rtlCol="0" anchor="ctr">
            <a:noAutofit/>
          </a:bodyPr>
          <a:lstStyle/>
          <a:p>
            <a:pPr algn="ctr"/>
            <a:r>
              <a:rPr kumimoji="1" lang="en-US" altLang="ja-JP" sz="1000" b="1" dirty="0">
                <a:latin typeface="+mn-ea"/>
              </a:rPr>
              <a:t>Current Write Index</a:t>
            </a:r>
          </a:p>
          <a:p>
            <a:pPr algn="ctr"/>
            <a:r>
              <a:rPr lang="en-US" altLang="ja-JP" sz="1000" b="1" dirty="0">
                <a:latin typeface="+mn-ea"/>
              </a:rPr>
              <a:t>(Next Log Index)</a:t>
            </a:r>
            <a:r>
              <a:rPr kumimoji="1" lang="en-US" altLang="ja-JP" sz="1000" b="1" dirty="0">
                <a:latin typeface="+mn-ea"/>
              </a:rPr>
              <a:t> is 5</a:t>
            </a:r>
            <a:endParaRPr kumimoji="1" lang="ja-JP" altLang="en-US" sz="1000" b="1" dirty="0">
              <a:latin typeface="+mn-ea"/>
            </a:endParaRPr>
          </a:p>
        </p:txBody>
      </p:sp>
      <p:cxnSp>
        <p:nvCxnSpPr>
          <p:cNvPr id="15" name="直線矢印コネクタ 14">
            <a:extLst>
              <a:ext uri="{FF2B5EF4-FFF2-40B4-BE49-F238E27FC236}">
                <a16:creationId xmlns:a16="http://schemas.microsoft.com/office/drawing/2014/main" xmlns="" id="{7390CE8C-1048-5D9E-2DC8-AB2C2EC86A86}"/>
              </a:ext>
            </a:extLst>
          </p:cNvPr>
          <p:cNvCxnSpPr>
            <a:cxnSpLocks/>
            <a:stCxn id="13" idx="0"/>
          </p:cNvCxnSpPr>
          <p:nvPr/>
        </p:nvCxnSpPr>
        <p:spPr>
          <a:xfrm flipV="1">
            <a:off x="2826224" y="4249783"/>
            <a:ext cx="0" cy="337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xmlns="" id="{87C8AB94-72F7-2FF2-68A9-A4F9CC418B83}"/>
              </a:ext>
            </a:extLst>
          </p:cNvPr>
          <p:cNvSpPr txBox="1"/>
          <p:nvPr/>
        </p:nvSpPr>
        <p:spPr>
          <a:xfrm>
            <a:off x="2946879" y="5057660"/>
            <a:ext cx="2338543" cy="477885"/>
          </a:xfrm>
          <a:prstGeom prst="rect">
            <a:avLst/>
          </a:prstGeom>
        </p:spPr>
        <p:txBody>
          <a:bodyPr vert="horz" wrap="none" lIns="91440" tIns="45720" rIns="91440" bIns="45720" rtlCol="0" anchor="ctr">
            <a:normAutofit/>
          </a:bodyPr>
          <a:lstStyle/>
          <a:p>
            <a:pPr algn="ctr"/>
            <a:r>
              <a:rPr kumimoji="1" lang="en-US" altLang="ja-JP" sz="1400" b="1" dirty="0">
                <a:latin typeface="+mn-ea"/>
              </a:rPr>
              <a:t>Log</a:t>
            </a:r>
            <a:r>
              <a:rPr lang="ja-JP" altLang="en-US" sz="1400" b="1" dirty="0">
                <a:latin typeface="+mn-ea"/>
              </a:rPr>
              <a:t> </a:t>
            </a:r>
            <a:r>
              <a:rPr lang="en-US" altLang="ja-JP" sz="1400" b="1" dirty="0">
                <a:latin typeface="+mn-ea"/>
              </a:rPr>
              <a:t>Data</a:t>
            </a:r>
            <a:r>
              <a:rPr lang="ja-JP" altLang="en-US" sz="1400" b="1" dirty="0">
                <a:latin typeface="+mn-ea"/>
              </a:rPr>
              <a:t>のイメージ図</a:t>
            </a:r>
            <a:endParaRPr kumimoji="1" lang="ja-JP" altLang="en-US" sz="1400" b="1" dirty="0">
              <a:latin typeface="+mn-ea"/>
            </a:endParaRPr>
          </a:p>
        </p:txBody>
      </p:sp>
      <p:sp>
        <p:nvSpPr>
          <p:cNvPr id="18" name="四角形: 角を丸くする 17">
            <a:extLst>
              <a:ext uri="{FF2B5EF4-FFF2-40B4-BE49-F238E27FC236}">
                <a16:creationId xmlns:a16="http://schemas.microsoft.com/office/drawing/2014/main" xmlns="" id="{80B3B960-3BDC-BED2-FA3D-A863F888E085}"/>
              </a:ext>
            </a:extLst>
          </p:cNvPr>
          <p:cNvSpPr/>
          <p:nvPr/>
        </p:nvSpPr>
        <p:spPr>
          <a:xfrm>
            <a:off x="5176896" y="4612734"/>
            <a:ext cx="923108" cy="326572"/>
          </a:xfrm>
          <a:prstGeom prst="roundRect">
            <a:avLst/>
          </a:prstGeom>
          <a:solidFill>
            <a:schemeClr val="accent6">
              <a:lumMod val="20000"/>
              <a:lumOff val="80000"/>
            </a:schemeClr>
          </a:solidFill>
          <a:ln>
            <a:solidFill>
              <a:schemeClr val="bg1">
                <a:lumMod val="50000"/>
              </a:schemeClr>
            </a:solidFill>
          </a:ln>
        </p:spPr>
        <p:txBody>
          <a:bodyPr vert="horz" wrap="none" lIns="91440" tIns="45720" rIns="91440" bIns="45720" rtlCol="0" anchor="ctr">
            <a:normAutofit/>
          </a:bodyPr>
          <a:lstStyle/>
          <a:p>
            <a:pPr algn="ctr"/>
            <a:r>
              <a:rPr lang="ja-JP" altLang="en-US" sz="1000" b="1" dirty="0">
                <a:solidFill>
                  <a:schemeClr val="tx1"/>
                </a:solidFill>
                <a:latin typeface="+mn-ea"/>
              </a:rPr>
              <a:t>初期値は</a:t>
            </a:r>
            <a:r>
              <a:rPr lang="en-US" altLang="ja-JP" sz="1000" b="1" dirty="0">
                <a:solidFill>
                  <a:schemeClr val="tx1"/>
                </a:solidFill>
                <a:latin typeface="+mn-ea"/>
              </a:rPr>
              <a:t>0 Fill</a:t>
            </a:r>
            <a:endParaRPr lang="ja-JP" altLang="en-US" sz="1000" b="1" dirty="0">
              <a:solidFill>
                <a:schemeClr val="tx1"/>
              </a:solidFill>
              <a:latin typeface="+mn-ea"/>
            </a:endParaRPr>
          </a:p>
        </p:txBody>
      </p:sp>
      <p:sp>
        <p:nvSpPr>
          <p:cNvPr id="29" name="テキスト ボックス 28">
            <a:extLst>
              <a:ext uri="{FF2B5EF4-FFF2-40B4-BE49-F238E27FC236}">
                <a16:creationId xmlns:a16="http://schemas.microsoft.com/office/drawing/2014/main" xmlns="" id="{244BF678-7B48-FEE3-427A-A6D81F73F199}"/>
              </a:ext>
            </a:extLst>
          </p:cNvPr>
          <p:cNvSpPr txBox="1"/>
          <p:nvPr/>
        </p:nvSpPr>
        <p:spPr>
          <a:xfrm>
            <a:off x="8515774" y="3181546"/>
            <a:ext cx="1504338" cy="317863"/>
          </a:xfrm>
          <a:prstGeom prst="rect">
            <a:avLst/>
          </a:prstGeom>
        </p:spPr>
        <p:txBody>
          <a:bodyPr vert="horz" wrap="none" lIns="91440" tIns="45720" rIns="91440" bIns="45720" rtlCol="0" anchor="ctr">
            <a:normAutofit/>
          </a:bodyPr>
          <a:lstStyle/>
          <a:p>
            <a:pPr algn="ctr"/>
            <a:r>
              <a:rPr kumimoji="1" lang="en-US" altLang="ja-JP" sz="1200" b="1" dirty="0">
                <a:solidFill>
                  <a:srgbClr val="006100"/>
                </a:solidFill>
                <a:latin typeface="+mn-ea"/>
              </a:rPr>
              <a:t>EC Event Log Format</a:t>
            </a:r>
            <a:endParaRPr kumimoji="1" lang="ja-JP" altLang="en-US" sz="1200" b="1" dirty="0">
              <a:solidFill>
                <a:srgbClr val="006100"/>
              </a:solidFill>
              <a:latin typeface="+mn-ea"/>
            </a:endParaRPr>
          </a:p>
        </p:txBody>
      </p:sp>
      <p:cxnSp>
        <p:nvCxnSpPr>
          <p:cNvPr id="41" name="直線矢印コネクタ 40">
            <a:extLst>
              <a:ext uri="{FF2B5EF4-FFF2-40B4-BE49-F238E27FC236}">
                <a16:creationId xmlns:a16="http://schemas.microsoft.com/office/drawing/2014/main" xmlns="" id="{49AB33F2-1847-E8F3-B788-4AB8120DC2A0}"/>
              </a:ext>
            </a:extLst>
          </p:cNvPr>
          <p:cNvCxnSpPr>
            <a:cxnSpLocks/>
          </p:cNvCxnSpPr>
          <p:nvPr/>
        </p:nvCxnSpPr>
        <p:spPr>
          <a:xfrm>
            <a:off x="5680364" y="3634015"/>
            <a:ext cx="1587852" cy="46967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xmlns="" id="{6B734CF6-2A62-FE5E-33D1-15AD1FB4699E}"/>
              </a:ext>
            </a:extLst>
          </p:cNvPr>
          <p:cNvCxnSpPr>
            <a:cxnSpLocks/>
            <a:stCxn id="18" idx="3"/>
          </p:cNvCxnSpPr>
          <p:nvPr/>
        </p:nvCxnSpPr>
        <p:spPr>
          <a:xfrm>
            <a:off x="6100004" y="4776020"/>
            <a:ext cx="1287481" cy="28164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8075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xmlns="" id="{0D9067C2-8843-C37B-D78F-DD77EA5E2E1C}"/>
              </a:ext>
            </a:extLst>
          </p:cNvPr>
          <p:cNvSpPr>
            <a:spLocks noGrp="1"/>
          </p:cNvSpPr>
          <p:nvPr>
            <p:ph type="ctrTitle"/>
          </p:nvPr>
        </p:nvSpPr>
        <p:spPr>
          <a:xfrm>
            <a:off x="386542" y="153022"/>
            <a:ext cx="9144000" cy="746235"/>
          </a:xfrm>
        </p:spPr>
        <p:txBody>
          <a:bodyPr>
            <a:normAutofit/>
          </a:bodyPr>
          <a:lstStyle/>
          <a:p>
            <a:r>
              <a:rPr kumimoji="1" lang="en-US" altLang="ja-JP" dirty="0"/>
              <a:t>EC Logging Feature</a:t>
            </a:r>
            <a:endParaRPr kumimoji="1" lang="ja-JP" altLang="en-US" dirty="0"/>
          </a:p>
        </p:txBody>
      </p:sp>
      <p:sp>
        <p:nvSpPr>
          <p:cNvPr id="3" name="テキスト プレースホルダー 2">
            <a:extLst>
              <a:ext uri="{FF2B5EF4-FFF2-40B4-BE49-F238E27FC236}">
                <a16:creationId xmlns:a16="http://schemas.microsoft.com/office/drawing/2014/main" xmlns="" id="{01CE3832-0A19-E23D-ACE7-88A86BF18651}"/>
              </a:ext>
            </a:extLst>
          </p:cNvPr>
          <p:cNvSpPr>
            <a:spLocks noGrp="1"/>
          </p:cNvSpPr>
          <p:nvPr>
            <p:ph type="body" sz="quarter" idx="13"/>
          </p:nvPr>
        </p:nvSpPr>
        <p:spPr>
          <a:xfrm>
            <a:off x="386541" y="1188721"/>
            <a:ext cx="11666914" cy="4472246"/>
          </a:xfrm>
        </p:spPr>
        <p:txBody>
          <a:bodyPr/>
          <a:lstStyle/>
          <a:p>
            <a:r>
              <a:rPr kumimoji="1" lang="en-US" altLang="ja-JP" sz="1800" dirty="0">
                <a:solidFill>
                  <a:srgbClr val="FF0000"/>
                </a:solidFill>
                <a:latin typeface="メイリオ" panose="020B0604030504040204" pitchFamily="50" charset="-128"/>
                <a:ea typeface="メイリオ" panose="020B0604030504040204" pitchFamily="50" charset="-128"/>
              </a:rPr>
              <a:t>SNCX EC Logging Feature (21Ah)</a:t>
            </a:r>
          </a:p>
          <a:p>
            <a:pPr lvl="1"/>
            <a:r>
              <a:rPr lang="en-US" altLang="ja-JP" sz="1800" dirty="0">
                <a:latin typeface="游ゴシック" panose="020B0400000000000000" pitchFamily="50" charset="-128"/>
                <a:cs typeface="ＭＳ Ｐゴシック" panose="020B0600070205080204" pitchFamily="50" charset="-128"/>
              </a:rPr>
              <a:t>Command 10h Get Current Time</a:t>
            </a:r>
          </a:p>
          <a:p>
            <a:pPr lvl="1"/>
            <a:endParaRPr lang="en-US" altLang="ja-JP" sz="1800" dirty="0">
              <a:latin typeface="游ゴシック" panose="020B0400000000000000" pitchFamily="50" charset="-128"/>
              <a:cs typeface="ＭＳ Ｐゴシック" panose="020B0600070205080204" pitchFamily="50" charset="-128"/>
            </a:endParaRPr>
          </a:p>
          <a:p>
            <a:pPr lvl="1"/>
            <a:endParaRPr lang="en-US" altLang="ja-JP" sz="1800" dirty="0">
              <a:latin typeface="游ゴシック" panose="020B0400000000000000" pitchFamily="50" charset="-128"/>
              <a:cs typeface="ＭＳ Ｐゴシック" panose="020B0600070205080204" pitchFamily="50" charset="-128"/>
            </a:endParaRPr>
          </a:p>
          <a:p>
            <a:pPr lvl="1"/>
            <a:endParaRPr lang="en-US" altLang="ja-JP" sz="1400" dirty="0">
              <a:latin typeface="游ゴシック" panose="020B0400000000000000" pitchFamily="50" charset="-128"/>
              <a:cs typeface="ＭＳ Ｐゴシック" panose="020B0600070205080204" pitchFamily="50" charset="-128"/>
            </a:endParaRPr>
          </a:p>
          <a:p>
            <a:pPr lvl="2"/>
            <a:r>
              <a:rPr lang="ja-JP" altLang="en-US" sz="1600" dirty="0">
                <a:latin typeface="游ゴシック" panose="020B0400000000000000" pitchFamily="50" charset="-128"/>
                <a:cs typeface="ＭＳ Ｐゴシック" panose="020B0600070205080204" pitchFamily="50" charset="-128"/>
              </a:rPr>
              <a:t>各</a:t>
            </a:r>
            <a:r>
              <a:rPr lang="en-US" altLang="ja-JP" sz="1600" dirty="0">
                <a:latin typeface="游ゴシック" panose="020B0400000000000000" pitchFamily="50" charset="-128"/>
                <a:cs typeface="ＭＳ Ｐゴシック" panose="020B0600070205080204" pitchFamily="50" charset="-128"/>
              </a:rPr>
              <a:t>EC</a:t>
            </a:r>
            <a:r>
              <a:rPr lang="ja-JP" altLang="en-US" sz="1600" dirty="0">
                <a:latin typeface="游ゴシック" panose="020B0400000000000000" pitchFamily="50" charset="-128"/>
                <a:cs typeface="ＭＳ Ｐゴシック" panose="020B0600070205080204" pitchFamily="50" charset="-128"/>
              </a:rPr>
              <a:t>イベントログの発生日時を計算するための </a:t>
            </a:r>
            <a:r>
              <a:rPr lang="en-US" altLang="ja-JP" sz="1600" dirty="0">
                <a:latin typeface="游ゴシック" panose="020B0400000000000000" pitchFamily="50" charset="-128"/>
                <a:cs typeface="ＭＳ Ｐゴシック" panose="020B0600070205080204" pitchFamily="50" charset="-128"/>
              </a:rPr>
              <a:t>[Current Time Information] </a:t>
            </a:r>
            <a:r>
              <a:rPr lang="ja-JP" altLang="en-US" sz="1600" dirty="0">
                <a:latin typeface="游ゴシック" panose="020B0400000000000000" pitchFamily="50" charset="-128"/>
                <a:cs typeface="ＭＳ Ｐゴシック" panose="020B0600070205080204" pitchFamily="50" charset="-128"/>
              </a:rPr>
              <a:t>を取得します。</a:t>
            </a:r>
            <a:endParaRPr lang="en-US" altLang="ja-JP" sz="1600" dirty="0">
              <a:latin typeface="游ゴシック" panose="020B0400000000000000" pitchFamily="50" charset="-128"/>
              <a:cs typeface="ＭＳ Ｐゴシック" panose="020B0600070205080204" pitchFamily="50" charset="-128"/>
            </a:endParaRPr>
          </a:p>
          <a:p>
            <a:pPr lvl="2"/>
            <a:r>
              <a:rPr lang="ja-JP" altLang="en-US" sz="1600" dirty="0">
                <a:latin typeface="游ゴシック" panose="020B0400000000000000" pitchFamily="50" charset="-128"/>
                <a:cs typeface="ＭＳ Ｐゴシック" panose="020B0600070205080204" pitchFamily="50" charset="-128"/>
              </a:rPr>
              <a:t>この</a:t>
            </a:r>
            <a:r>
              <a:rPr lang="en-US" altLang="ja-JP" sz="1600" dirty="0">
                <a:latin typeface="游ゴシック" panose="020B0400000000000000" pitchFamily="50" charset="-128"/>
                <a:cs typeface="ＭＳ Ｐゴシック" panose="020B0600070205080204" pitchFamily="50" charset="-128"/>
              </a:rPr>
              <a:t>Time Information</a:t>
            </a:r>
            <a:r>
              <a:rPr lang="ja-JP" altLang="en-US" sz="1600" dirty="0">
                <a:latin typeface="游ゴシック" panose="020B0400000000000000" pitchFamily="50" charset="-128"/>
                <a:cs typeface="ＭＳ Ｐゴシック" panose="020B0600070205080204" pitchFamily="50" charset="-128"/>
              </a:rPr>
              <a:t>は</a:t>
            </a:r>
            <a:r>
              <a:rPr lang="en-US" altLang="ja-JP" sz="1600" dirty="0">
                <a:latin typeface="游ゴシック" panose="020B0400000000000000" pitchFamily="50" charset="-128"/>
                <a:cs typeface="ＭＳ Ｐゴシック" panose="020B0600070205080204" pitchFamily="50" charset="-128"/>
              </a:rPr>
              <a:t>Battery</a:t>
            </a:r>
            <a:r>
              <a:rPr lang="ja-JP" altLang="en-US" sz="1600" dirty="0">
                <a:latin typeface="游ゴシック" panose="020B0400000000000000" pitchFamily="50" charset="-128"/>
                <a:cs typeface="ＭＳ Ｐゴシック" panose="020B0600070205080204" pitchFamily="50" charset="-128"/>
              </a:rPr>
              <a:t>が稼働している間、秒単位で増加する時間情報（</a:t>
            </a:r>
            <a:r>
              <a:rPr lang="en-US" altLang="ja-JP" sz="1600" dirty="0">
                <a:latin typeface="游ゴシック" panose="020B0400000000000000" pitchFamily="50" charset="-128"/>
                <a:cs typeface="ＭＳ Ｐゴシック" panose="020B0600070205080204" pitchFamily="50" charset="-128"/>
              </a:rPr>
              <a:t>Battery FW Runtime</a:t>
            </a:r>
            <a:r>
              <a:rPr lang="ja-JP" altLang="en-US" sz="1600" dirty="0">
                <a:latin typeface="游ゴシック" panose="020B0400000000000000" pitchFamily="50" charset="-128"/>
                <a:cs typeface="ＭＳ Ｐゴシック" panose="020B0600070205080204" pitchFamily="50" charset="-128"/>
              </a:rPr>
              <a:t>）です。</a:t>
            </a:r>
            <a:endParaRPr lang="en-US" altLang="ja-JP" sz="1600" dirty="0">
              <a:latin typeface="游ゴシック" panose="020B0400000000000000" pitchFamily="50" charset="-128"/>
              <a:cs typeface="ＭＳ Ｐゴシック" panose="020B0600070205080204" pitchFamily="50" charset="-128"/>
            </a:endParaRPr>
          </a:p>
          <a:p>
            <a:pPr lvl="2"/>
            <a:r>
              <a:rPr lang="ja-JP" altLang="en-US" sz="1600" dirty="0">
                <a:latin typeface="游ゴシック" panose="020B0400000000000000" pitchFamily="50" charset="-128"/>
                <a:cs typeface="ＭＳ Ｐゴシック" panose="020B0600070205080204" pitchFamily="50" charset="-128"/>
              </a:rPr>
              <a:t>各</a:t>
            </a:r>
            <a:r>
              <a:rPr lang="en-US" altLang="ja-JP" sz="1600" dirty="0">
                <a:latin typeface="游ゴシック" panose="020B0400000000000000" pitchFamily="50" charset="-128"/>
                <a:cs typeface="ＭＳ Ｐゴシック" panose="020B0600070205080204" pitchFamily="50" charset="-128"/>
              </a:rPr>
              <a:t>EC</a:t>
            </a:r>
            <a:r>
              <a:rPr lang="ja-JP" altLang="en-US" sz="1600" dirty="0">
                <a:latin typeface="游ゴシック" panose="020B0400000000000000" pitchFamily="50" charset="-128"/>
                <a:cs typeface="ＭＳ Ｐゴシック" panose="020B0600070205080204" pitchFamily="50" charset="-128"/>
              </a:rPr>
              <a:t>イベントログに記録された </a:t>
            </a:r>
            <a:r>
              <a:rPr lang="en-US" altLang="ja-JP" sz="1600" dirty="0">
                <a:latin typeface="游ゴシック" panose="020B0400000000000000" pitchFamily="50" charset="-128"/>
                <a:cs typeface="ＭＳ Ｐゴシック" panose="020B0600070205080204" pitchFamily="50" charset="-128"/>
              </a:rPr>
              <a:t>[Log Time Information] </a:t>
            </a:r>
            <a:r>
              <a:rPr lang="ja-JP" altLang="en-US" sz="1600" dirty="0">
                <a:latin typeface="游ゴシック" panose="020B0400000000000000" pitchFamily="50" charset="-128"/>
                <a:cs typeface="ＭＳ Ｐゴシック" panose="020B0600070205080204" pitchFamily="50" charset="-128"/>
              </a:rPr>
              <a:t>と </a:t>
            </a:r>
            <a:r>
              <a:rPr lang="en-US" altLang="ja-JP" sz="1600" dirty="0">
                <a:latin typeface="游ゴシック" panose="020B0400000000000000" pitchFamily="50" charset="-128"/>
                <a:cs typeface="ＭＳ Ｐゴシック" panose="020B0600070205080204" pitchFamily="50" charset="-128"/>
              </a:rPr>
              <a:t>[Current Time Information] </a:t>
            </a:r>
            <a:r>
              <a:rPr lang="ja-JP" altLang="en-US" sz="1600" dirty="0">
                <a:latin typeface="游ゴシック" panose="020B0400000000000000" pitchFamily="50" charset="-128"/>
                <a:cs typeface="ＭＳ Ｐゴシック" panose="020B0600070205080204" pitchFamily="50" charset="-128"/>
              </a:rPr>
              <a:t>の差分を取ることで、</a:t>
            </a:r>
            <a:r>
              <a:rPr lang="en-US" altLang="ja-JP" sz="1600" dirty="0">
                <a:latin typeface="游ゴシック" panose="020B0400000000000000" pitchFamily="50" charset="-128"/>
                <a:cs typeface="ＭＳ Ｐゴシック" panose="020B0600070205080204" pitchFamily="50" charset="-128"/>
              </a:rPr>
              <a:t/>
            </a:r>
            <a:br>
              <a:rPr lang="en-US" altLang="ja-JP" sz="1600" dirty="0">
                <a:latin typeface="游ゴシック" panose="020B0400000000000000" pitchFamily="50" charset="-128"/>
                <a:cs typeface="ＭＳ Ｐゴシック" panose="020B0600070205080204" pitchFamily="50" charset="-128"/>
              </a:rPr>
            </a:br>
            <a:r>
              <a:rPr lang="ja-JP" altLang="en-US" sz="1600" dirty="0">
                <a:latin typeface="游ゴシック" panose="020B0400000000000000" pitchFamily="50" charset="-128"/>
                <a:cs typeface="ＭＳ Ｐゴシック" panose="020B0600070205080204" pitchFamily="50" charset="-128"/>
              </a:rPr>
              <a:t>そのイベントログが現在の時刻から何秒前に発生したログなのかを計算することができます。</a:t>
            </a:r>
            <a:endParaRPr lang="en-US" altLang="ja-JP" sz="1600" dirty="0">
              <a:latin typeface="游ゴシック" panose="020B0400000000000000" pitchFamily="50" charset="-128"/>
              <a:cs typeface="ＭＳ Ｐゴシック" panose="020B0600070205080204" pitchFamily="50" charset="-128"/>
            </a:endParaRPr>
          </a:p>
          <a:p>
            <a:pPr lvl="2"/>
            <a:endParaRPr lang="en-US" altLang="ja-JP" sz="1600" dirty="0">
              <a:latin typeface="游ゴシック" panose="020B0400000000000000" pitchFamily="50" charset="-128"/>
              <a:cs typeface="ＭＳ Ｐゴシック" panose="020B0600070205080204" pitchFamily="50" charset="-128"/>
            </a:endParaRPr>
          </a:p>
          <a:p>
            <a:pPr marL="1371600" lvl="3" indent="0">
              <a:buNone/>
            </a:pPr>
            <a:r>
              <a:rPr lang="en-US" altLang="ja-JP" dirty="0">
                <a:latin typeface="游ゴシック" panose="020B0400000000000000" pitchFamily="50" charset="-128"/>
                <a:cs typeface="ＭＳ Ｐゴシック" panose="020B0600070205080204" pitchFamily="50" charset="-128"/>
              </a:rPr>
              <a:t>[</a:t>
            </a:r>
            <a:r>
              <a:rPr lang="ja-JP" altLang="en-US" dirty="0">
                <a:latin typeface="游ゴシック" panose="020B0400000000000000" pitchFamily="50" charset="-128"/>
                <a:cs typeface="ＭＳ Ｐゴシック" panose="020B0600070205080204" pitchFamily="50" charset="-128"/>
              </a:rPr>
              <a:t>イベント発生日時</a:t>
            </a:r>
            <a:r>
              <a:rPr lang="en-US" altLang="ja-JP" dirty="0">
                <a:latin typeface="游ゴシック" panose="020B0400000000000000" pitchFamily="50" charset="-128"/>
                <a:cs typeface="ＭＳ Ｐゴシック" panose="020B0600070205080204" pitchFamily="50" charset="-128"/>
              </a:rPr>
              <a:t>]</a:t>
            </a:r>
            <a:r>
              <a:rPr lang="ja-JP" altLang="en-US" dirty="0">
                <a:latin typeface="游ゴシック" panose="020B0400000000000000" pitchFamily="50" charset="-128"/>
                <a:cs typeface="ＭＳ Ｐゴシック" panose="020B0600070205080204" pitchFamily="50" charset="-128"/>
              </a:rPr>
              <a:t> ＝ </a:t>
            </a:r>
            <a:r>
              <a:rPr lang="en-US" altLang="ja-JP" dirty="0">
                <a:latin typeface="游ゴシック" panose="020B0400000000000000" pitchFamily="50" charset="-128"/>
                <a:cs typeface="ＭＳ Ｐゴシック" panose="020B0600070205080204" pitchFamily="50" charset="-128"/>
              </a:rPr>
              <a:t>[</a:t>
            </a:r>
            <a:r>
              <a:rPr lang="ja-JP" altLang="en-US" dirty="0">
                <a:latin typeface="游ゴシック" panose="020B0400000000000000" pitchFamily="50" charset="-128"/>
                <a:cs typeface="ＭＳ Ｐゴシック" panose="020B0600070205080204" pitchFamily="50" charset="-128"/>
              </a:rPr>
              <a:t>現在の</a:t>
            </a:r>
            <a:r>
              <a:rPr lang="en-US" altLang="ja-JP" dirty="0">
                <a:latin typeface="游ゴシック" panose="020B0400000000000000" pitchFamily="50" charset="-128"/>
                <a:cs typeface="ＭＳ Ｐゴシック" panose="020B0600070205080204" pitchFamily="50" charset="-128"/>
              </a:rPr>
              <a:t>Windows</a:t>
            </a:r>
            <a:r>
              <a:rPr lang="ja-JP" altLang="en-US" dirty="0">
                <a:latin typeface="游ゴシック" panose="020B0400000000000000" pitchFamily="50" charset="-128"/>
                <a:cs typeface="ＭＳ Ｐゴシック" panose="020B0600070205080204" pitchFamily="50" charset="-128"/>
              </a:rPr>
              <a:t>日時</a:t>
            </a:r>
            <a:r>
              <a:rPr lang="en-US" altLang="ja-JP" dirty="0">
                <a:latin typeface="游ゴシック" panose="020B0400000000000000" pitchFamily="50" charset="-128"/>
                <a:cs typeface="ＭＳ Ｐゴシック" panose="020B0600070205080204" pitchFamily="50" charset="-128"/>
              </a:rPr>
              <a:t>]</a:t>
            </a:r>
            <a:r>
              <a:rPr lang="ja-JP" altLang="en-US" dirty="0">
                <a:latin typeface="游ゴシック" panose="020B0400000000000000" pitchFamily="50" charset="-128"/>
                <a:cs typeface="ＭＳ Ｐゴシック" panose="020B0600070205080204" pitchFamily="50" charset="-128"/>
              </a:rPr>
              <a:t> ー </a:t>
            </a:r>
            <a:r>
              <a:rPr lang="en-US" altLang="ja-JP" dirty="0">
                <a:latin typeface="游ゴシック" panose="020B0400000000000000" pitchFamily="50" charset="-128"/>
                <a:cs typeface="ＭＳ Ｐゴシック" panose="020B0600070205080204" pitchFamily="50" charset="-128"/>
              </a:rPr>
              <a:t>([Current Time Information] </a:t>
            </a:r>
            <a:r>
              <a:rPr lang="ja-JP" altLang="en-US" dirty="0">
                <a:latin typeface="游ゴシック" panose="020B0400000000000000" pitchFamily="50" charset="-128"/>
                <a:cs typeface="ＭＳ Ｐゴシック" panose="020B0600070205080204" pitchFamily="50" charset="-128"/>
              </a:rPr>
              <a:t>ー </a:t>
            </a:r>
            <a:r>
              <a:rPr lang="en-US" altLang="ja-JP" dirty="0">
                <a:latin typeface="游ゴシック" panose="020B0400000000000000" pitchFamily="50" charset="-128"/>
                <a:cs typeface="ＭＳ Ｐゴシック" panose="020B0600070205080204" pitchFamily="50" charset="-128"/>
              </a:rPr>
              <a:t>[Log Time Information] )</a:t>
            </a:r>
          </a:p>
          <a:p>
            <a:pPr lvl="1"/>
            <a:endParaRPr lang="en-US" altLang="ja-JP" sz="1050" dirty="0">
              <a:latin typeface="游ゴシック" panose="020B0400000000000000" pitchFamily="50" charset="-128"/>
              <a:cs typeface="ＭＳ Ｐゴシック" panose="020B0600070205080204" pitchFamily="50" charset="-128"/>
            </a:endParaRPr>
          </a:p>
          <a:p>
            <a:pPr marL="914400" lvl="2" indent="0">
              <a:buNone/>
            </a:pPr>
            <a:r>
              <a:rPr lang="en-US" altLang="ja-JP" sz="1400" dirty="0">
                <a:effectLst/>
                <a:latin typeface="游ゴシック" panose="020B0400000000000000" pitchFamily="50" charset="-128"/>
                <a:cs typeface="ＭＳ Ｐゴシック" panose="020B0600070205080204" pitchFamily="50" charset="-128"/>
              </a:rPr>
              <a:t>                                             ※ </a:t>
            </a:r>
            <a:r>
              <a:rPr lang="ja-JP" altLang="en-US" sz="1400" dirty="0">
                <a:effectLst/>
                <a:latin typeface="游ゴシック" panose="020B0400000000000000" pitchFamily="50" charset="-128"/>
                <a:cs typeface="ＭＳ Ｐゴシック" panose="020B0600070205080204" pitchFamily="50" charset="-128"/>
              </a:rPr>
              <a:t>現在の</a:t>
            </a:r>
            <a:r>
              <a:rPr lang="en-US" altLang="ja-JP" sz="1400" dirty="0">
                <a:effectLst/>
                <a:latin typeface="游ゴシック" panose="020B0400000000000000" pitchFamily="50" charset="-128"/>
                <a:cs typeface="ＭＳ Ｐゴシック" panose="020B0600070205080204" pitchFamily="50" charset="-128"/>
              </a:rPr>
              <a:t>Windows</a:t>
            </a:r>
            <a:r>
              <a:rPr lang="ja-JP" altLang="en-US" sz="1400" dirty="0">
                <a:effectLst/>
                <a:latin typeface="游ゴシック" panose="020B0400000000000000" pitchFamily="50" charset="-128"/>
                <a:cs typeface="ＭＳ Ｐゴシック" panose="020B0600070205080204" pitchFamily="50" charset="-128"/>
              </a:rPr>
              <a:t>の日時が狂っている状態でも、そのまま現在の時刻を使用して計算してください。</a:t>
            </a:r>
            <a:endParaRPr lang="en-US" altLang="ja-JP" sz="1400" dirty="0">
              <a:effectLst/>
              <a:latin typeface="游ゴシック" panose="020B0400000000000000" pitchFamily="50" charset="-128"/>
              <a:cs typeface="ＭＳ Ｐゴシック" panose="020B0600070205080204" pitchFamily="50" charset="-128"/>
            </a:endParaRPr>
          </a:p>
          <a:p>
            <a:pPr lvl="2"/>
            <a:endParaRPr lang="en-US" altLang="ja-JP" sz="1400" dirty="0">
              <a:effectLst/>
              <a:latin typeface="游ゴシック" panose="020B0400000000000000" pitchFamily="50" charset="-128"/>
              <a:cs typeface="ＭＳ Ｐゴシック" panose="020B0600070205080204" pitchFamily="50" charset="-128"/>
            </a:endParaRPr>
          </a:p>
        </p:txBody>
      </p:sp>
      <p:sp>
        <p:nvSpPr>
          <p:cNvPr id="4" name="スライド番号プレースホルダー 3">
            <a:extLst>
              <a:ext uri="{FF2B5EF4-FFF2-40B4-BE49-F238E27FC236}">
                <a16:creationId xmlns:a16="http://schemas.microsoft.com/office/drawing/2014/main" xmlns="" id="{C99ED748-B5DF-171A-7F69-63D9453E9069}"/>
              </a:ext>
            </a:extLst>
          </p:cNvPr>
          <p:cNvSpPr>
            <a:spLocks noGrp="1"/>
          </p:cNvSpPr>
          <p:nvPr>
            <p:ph type="sldNum" sz="quarter" idx="12"/>
          </p:nvPr>
        </p:nvSpPr>
        <p:spPr/>
        <p:txBody>
          <a:bodyPr/>
          <a:lstStyle/>
          <a:p>
            <a:fld id="{6C8F67FE-2B9A-CC4E-A2F4-02E44906EFCC}" type="slidenum">
              <a:rPr lang="ja-JP" altLang="en-US" smtClean="0"/>
              <a:pPr/>
              <a:t>4</a:t>
            </a:fld>
            <a:endParaRPr lang="ja-JP" altLang="en-US"/>
          </a:p>
        </p:txBody>
      </p:sp>
      <p:pic>
        <p:nvPicPr>
          <p:cNvPr id="6" name="図 5">
            <a:extLst>
              <a:ext uri="{FF2B5EF4-FFF2-40B4-BE49-F238E27FC236}">
                <a16:creationId xmlns:a16="http://schemas.microsoft.com/office/drawing/2014/main" xmlns="" id="{5468483C-7C14-8E4C-3BCD-2F604AD73F26}"/>
              </a:ext>
            </a:extLst>
          </p:cNvPr>
          <p:cNvPicPr>
            <a:picLocks noChangeAspect="1"/>
          </p:cNvPicPr>
          <p:nvPr/>
        </p:nvPicPr>
        <p:blipFill>
          <a:blip r:embed="rId2"/>
          <a:stretch>
            <a:fillRect/>
          </a:stretch>
        </p:blipFill>
        <p:spPr>
          <a:xfrm>
            <a:off x="1639200" y="1885217"/>
            <a:ext cx="5427806" cy="812661"/>
          </a:xfrm>
          <a:prstGeom prst="rect">
            <a:avLst/>
          </a:prstGeom>
        </p:spPr>
      </p:pic>
    </p:spTree>
    <p:extLst>
      <p:ext uri="{BB962C8B-B14F-4D97-AF65-F5344CB8AC3E}">
        <p14:creationId xmlns:p14="http://schemas.microsoft.com/office/powerpoint/2010/main" val="3922382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xmlns="" id="{0D9067C2-8843-C37B-D78F-DD77EA5E2E1C}"/>
              </a:ext>
            </a:extLst>
          </p:cNvPr>
          <p:cNvSpPr>
            <a:spLocks noGrp="1"/>
          </p:cNvSpPr>
          <p:nvPr>
            <p:ph type="ctrTitle"/>
          </p:nvPr>
        </p:nvSpPr>
        <p:spPr>
          <a:xfrm>
            <a:off x="386542" y="153022"/>
            <a:ext cx="9144000" cy="746235"/>
          </a:xfrm>
        </p:spPr>
        <p:txBody>
          <a:bodyPr>
            <a:normAutofit/>
          </a:bodyPr>
          <a:lstStyle/>
          <a:p>
            <a:r>
              <a:rPr kumimoji="1" lang="en-US" altLang="ja-JP" dirty="0"/>
              <a:t>EC Logging Feature</a:t>
            </a:r>
            <a:endParaRPr kumimoji="1" lang="ja-JP" altLang="en-US" dirty="0"/>
          </a:p>
        </p:txBody>
      </p:sp>
      <p:sp>
        <p:nvSpPr>
          <p:cNvPr id="3" name="テキスト プレースホルダー 2">
            <a:extLst>
              <a:ext uri="{FF2B5EF4-FFF2-40B4-BE49-F238E27FC236}">
                <a16:creationId xmlns:a16="http://schemas.microsoft.com/office/drawing/2014/main" xmlns="" id="{01CE3832-0A19-E23D-ACE7-88A86BF18651}"/>
              </a:ext>
            </a:extLst>
          </p:cNvPr>
          <p:cNvSpPr>
            <a:spLocks noGrp="1"/>
          </p:cNvSpPr>
          <p:nvPr>
            <p:ph type="body" sz="quarter" idx="13"/>
          </p:nvPr>
        </p:nvSpPr>
        <p:spPr>
          <a:xfrm>
            <a:off x="386541" y="1188721"/>
            <a:ext cx="11666914" cy="5133108"/>
          </a:xfrm>
        </p:spPr>
        <p:txBody>
          <a:bodyPr>
            <a:normAutofit/>
          </a:bodyPr>
          <a:lstStyle/>
          <a:p>
            <a:r>
              <a:rPr kumimoji="1" lang="en-US" altLang="ja-JP" sz="1800" dirty="0">
                <a:solidFill>
                  <a:srgbClr val="FF0000"/>
                </a:solidFill>
                <a:latin typeface="メイリオ" panose="020B0604030504040204" pitchFamily="50" charset="-128"/>
                <a:ea typeface="メイリオ" panose="020B0604030504040204" pitchFamily="50" charset="-128"/>
              </a:rPr>
              <a:t>SNCX EC Logging Feature (21Ah)</a:t>
            </a:r>
          </a:p>
          <a:p>
            <a:pPr lvl="1"/>
            <a:r>
              <a:rPr lang="en-US" altLang="ja-JP" sz="1800" dirty="0">
                <a:latin typeface="游ゴシック" panose="020B0400000000000000" pitchFamily="50" charset="-128"/>
                <a:cs typeface="ＭＳ Ｐゴシック" panose="020B0600070205080204" pitchFamily="50" charset="-128"/>
              </a:rPr>
              <a:t>Command 11h Get Log Data</a:t>
            </a:r>
          </a:p>
          <a:p>
            <a:pPr lvl="2"/>
            <a:endParaRPr lang="en-US" altLang="ja-JP" sz="1600" dirty="0">
              <a:latin typeface="游ゴシック" panose="020B0400000000000000" pitchFamily="50" charset="-128"/>
              <a:cs typeface="ＭＳ Ｐゴシック" panose="020B0600070205080204" pitchFamily="50" charset="-128"/>
            </a:endParaRPr>
          </a:p>
          <a:p>
            <a:pPr lvl="2"/>
            <a:endParaRPr lang="en-US" altLang="ja-JP" sz="1600" dirty="0">
              <a:latin typeface="游ゴシック" panose="020B0400000000000000" pitchFamily="50" charset="-128"/>
              <a:cs typeface="ＭＳ Ｐゴシック" panose="020B0600070205080204" pitchFamily="50" charset="-128"/>
            </a:endParaRPr>
          </a:p>
          <a:p>
            <a:pPr lvl="2"/>
            <a:endParaRPr lang="en-US" altLang="ja-JP" sz="1600" dirty="0">
              <a:latin typeface="游ゴシック" panose="020B0400000000000000" pitchFamily="50" charset="-128"/>
              <a:cs typeface="ＭＳ Ｐゴシック" panose="020B0600070205080204" pitchFamily="50" charset="-128"/>
            </a:endParaRPr>
          </a:p>
          <a:p>
            <a:pPr lvl="2"/>
            <a:endParaRPr lang="en-US" altLang="ja-JP" sz="1600" dirty="0">
              <a:latin typeface="游ゴシック" panose="020B0400000000000000" pitchFamily="50" charset="-128"/>
              <a:cs typeface="ＭＳ Ｐゴシック" panose="020B0600070205080204" pitchFamily="50" charset="-128"/>
            </a:endParaRPr>
          </a:p>
          <a:p>
            <a:pPr lvl="2"/>
            <a:endParaRPr lang="en-US" altLang="ja-JP" sz="1600" dirty="0">
              <a:latin typeface="游ゴシック" panose="020B0400000000000000" pitchFamily="50" charset="-128"/>
              <a:cs typeface="ＭＳ Ｐゴシック" panose="020B0600070205080204" pitchFamily="50" charset="-128"/>
            </a:endParaRPr>
          </a:p>
          <a:p>
            <a:pPr marL="914400" lvl="2" indent="0">
              <a:buNone/>
            </a:pPr>
            <a:endParaRPr lang="en-US" altLang="ja-JP" sz="1600" dirty="0">
              <a:latin typeface="游ゴシック" panose="020B0400000000000000" pitchFamily="50" charset="-128"/>
              <a:cs typeface="ＭＳ Ｐゴシック" panose="020B0600070205080204" pitchFamily="50" charset="-128"/>
            </a:endParaRPr>
          </a:p>
          <a:p>
            <a:pPr lvl="1"/>
            <a:r>
              <a:rPr lang="en-US" altLang="ja-JP" sz="1800" dirty="0">
                <a:latin typeface="游ゴシック" panose="020B0400000000000000" pitchFamily="50" charset="-128"/>
                <a:cs typeface="ＭＳ Ｐゴシック" panose="020B0600070205080204" pitchFamily="50" charset="-128"/>
              </a:rPr>
              <a:t>SNCX Event</a:t>
            </a:r>
          </a:p>
          <a:p>
            <a:pPr lvl="2"/>
            <a:endParaRPr lang="en-US" altLang="ja-JP" sz="1400" dirty="0">
              <a:latin typeface="游ゴシック" panose="020B0400000000000000" pitchFamily="50" charset="-128"/>
              <a:cs typeface="ＭＳ Ｐゴシック" panose="020B0600070205080204" pitchFamily="50" charset="-128"/>
            </a:endParaRPr>
          </a:p>
          <a:p>
            <a:pPr lvl="2"/>
            <a:endParaRPr lang="en-US" altLang="ja-JP" sz="1400" dirty="0">
              <a:latin typeface="游ゴシック" panose="020B0400000000000000" pitchFamily="50" charset="-128"/>
              <a:cs typeface="ＭＳ Ｐゴシック" panose="020B0600070205080204" pitchFamily="50" charset="-128"/>
            </a:endParaRPr>
          </a:p>
          <a:p>
            <a:pPr lvl="2"/>
            <a:endParaRPr lang="en-US" altLang="ja-JP" sz="1400" dirty="0">
              <a:latin typeface="游ゴシック" panose="020B0400000000000000" pitchFamily="50" charset="-128"/>
              <a:cs typeface="ＭＳ Ｐゴシック" panose="020B0600070205080204" pitchFamily="50" charset="-128"/>
            </a:endParaRPr>
          </a:p>
          <a:p>
            <a:pPr lvl="2"/>
            <a:endParaRPr lang="en-US" altLang="ja-JP" sz="1400" dirty="0">
              <a:latin typeface="游ゴシック" panose="020B0400000000000000" pitchFamily="50" charset="-128"/>
              <a:cs typeface="ＭＳ Ｐゴシック" panose="020B0600070205080204" pitchFamily="50" charset="-128"/>
            </a:endParaRPr>
          </a:p>
          <a:p>
            <a:pPr lvl="2"/>
            <a:r>
              <a:rPr lang="en-US" altLang="ja-JP" sz="1400" dirty="0">
                <a:latin typeface="游ゴシック" panose="020B0400000000000000" pitchFamily="50" charset="-128"/>
                <a:cs typeface="ＭＳ Ｐゴシック" panose="020B0600070205080204" pitchFamily="50" charset="-128"/>
              </a:rPr>
              <a:t>S0</a:t>
            </a:r>
            <a:r>
              <a:rPr lang="ja-JP" altLang="en-US" sz="1400" dirty="0">
                <a:latin typeface="游ゴシック" panose="020B0400000000000000" pitchFamily="50" charset="-128"/>
                <a:cs typeface="ＭＳ Ｐゴシック" panose="020B0600070205080204" pitchFamily="50" charset="-128"/>
              </a:rPr>
              <a:t>中は</a:t>
            </a:r>
            <a:r>
              <a:rPr lang="en-US" altLang="ja-JP" sz="1400" dirty="0">
                <a:latin typeface="游ゴシック" panose="020B0400000000000000" pitchFamily="50" charset="-128"/>
                <a:cs typeface="ＭＳ Ｐゴシック" panose="020B0600070205080204" pitchFamily="50" charset="-128"/>
              </a:rPr>
              <a:t>Log</a:t>
            </a:r>
            <a:r>
              <a:rPr lang="ja-JP" altLang="en-US" sz="1400" dirty="0">
                <a:latin typeface="游ゴシック" panose="020B0400000000000000" pitchFamily="50" charset="-128"/>
                <a:cs typeface="ＭＳ Ｐゴシック" panose="020B0600070205080204" pitchFamily="50" charset="-128"/>
              </a:rPr>
              <a:t>が更新されるたびに</a:t>
            </a:r>
            <a:r>
              <a:rPr lang="en-US" altLang="ja-JP" sz="1400" dirty="0">
                <a:latin typeface="游ゴシック" panose="020B0400000000000000" pitchFamily="50" charset="-128"/>
                <a:cs typeface="ＭＳ Ｐゴシック" panose="020B0600070205080204" pitchFamily="50" charset="-128"/>
              </a:rPr>
              <a:t>SNCX Event</a:t>
            </a:r>
            <a:r>
              <a:rPr lang="ja-JP" altLang="en-US" sz="1400" dirty="0">
                <a:latin typeface="游ゴシック" panose="020B0400000000000000" pitchFamily="50" charset="-128"/>
                <a:cs typeface="ＭＳ Ｐゴシック" panose="020B0600070205080204" pitchFamily="50" charset="-128"/>
              </a:rPr>
              <a:t>が発生します。</a:t>
            </a:r>
            <a:endParaRPr lang="en-US" altLang="ja-JP" sz="1400" dirty="0">
              <a:latin typeface="游ゴシック" panose="020B0400000000000000" pitchFamily="50" charset="-128"/>
              <a:cs typeface="ＭＳ Ｐゴシック" panose="020B0600070205080204" pitchFamily="50" charset="-128"/>
            </a:endParaRPr>
          </a:p>
          <a:p>
            <a:pPr lvl="2"/>
            <a:r>
              <a:rPr lang="en-US" altLang="ja-JP" sz="1400" dirty="0">
                <a:latin typeface="游ゴシック" panose="020B0400000000000000" pitchFamily="50" charset="-128"/>
                <a:cs typeface="ＭＳ Ｐゴシック" panose="020B0600070205080204" pitchFamily="50" charset="-128"/>
              </a:rPr>
              <a:t>SNCX Event</a:t>
            </a:r>
            <a:r>
              <a:rPr lang="ja-JP" altLang="en-US" sz="1400" dirty="0">
                <a:latin typeface="游ゴシック" panose="020B0400000000000000" pitchFamily="50" charset="-128"/>
                <a:cs typeface="ＭＳ Ｐゴシック" panose="020B0600070205080204" pitchFamily="50" charset="-128"/>
              </a:rPr>
              <a:t>が発生しない状況（パワマネ後、</a:t>
            </a:r>
            <a:r>
              <a:rPr lang="en-US" altLang="ja-JP" sz="1400" dirty="0">
                <a:latin typeface="游ゴシック" panose="020B0400000000000000" pitchFamily="50" charset="-128"/>
                <a:cs typeface="ＭＳ Ｐゴシック" panose="020B0600070205080204" pitchFamily="50" charset="-128"/>
              </a:rPr>
              <a:t>Utility</a:t>
            </a:r>
            <a:r>
              <a:rPr lang="ja-JP" altLang="en-US" sz="1400" dirty="0">
                <a:latin typeface="游ゴシック" panose="020B0400000000000000" pitchFamily="50" charset="-128"/>
                <a:cs typeface="ＭＳ Ｐゴシック" panose="020B0600070205080204" pitchFamily="50" charset="-128"/>
              </a:rPr>
              <a:t>起動時等）では</a:t>
            </a:r>
            <a:r>
              <a:rPr lang="en-US" altLang="ja-JP" sz="1400" dirty="0">
                <a:latin typeface="游ゴシック" panose="020B0400000000000000" pitchFamily="50" charset="-128"/>
                <a:cs typeface="ＭＳ Ｐゴシック" panose="020B0600070205080204" pitchFamily="50" charset="-128"/>
              </a:rPr>
              <a:t>Utility</a:t>
            </a:r>
            <a:r>
              <a:rPr lang="ja-JP" altLang="en-US" sz="1400" dirty="0">
                <a:latin typeface="游ゴシック" panose="020B0400000000000000" pitchFamily="50" charset="-128"/>
                <a:cs typeface="ＭＳ Ｐゴシック" panose="020B0600070205080204" pitchFamily="50" charset="-128"/>
              </a:rPr>
              <a:t>側で自発的に</a:t>
            </a:r>
            <a:r>
              <a:rPr lang="en-US" altLang="ja-JP" sz="1400" dirty="0">
                <a:latin typeface="游ゴシック" panose="020B0400000000000000" pitchFamily="50" charset="-128"/>
                <a:cs typeface="ＭＳ Ｐゴシック" panose="020B0600070205080204" pitchFamily="50" charset="-128"/>
              </a:rPr>
              <a:t>Command 11h</a:t>
            </a:r>
            <a:r>
              <a:rPr lang="ja-JP" altLang="en-US" sz="1400" dirty="0">
                <a:latin typeface="游ゴシック" panose="020B0400000000000000" pitchFamily="50" charset="-128"/>
                <a:cs typeface="ＭＳ Ｐゴシック" panose="020B0600070205080204" pitchFamily="50" charset="-128"/>
              </a:rPr>
              <a:t>を発行してください。</a:t>
            </a:r>
            <a:endParaRPr lang="en-US" altLang="ja-JP" sz="1400" dirty="0">
              <a:latin typeface="游ゴシック" panose="020B0400000000000000" pitchFamily="50" charset="-128"/>
              <a:cs typeface="ＭＳ Ｐゴシック" panose="020B0600070205080204" pitchFamily="50" charset="-128"/>
            </a:endParaRPr>
          </a:p>
          <a:p>
            <a:pPr lvl="2"/>
            <a:endParaRPr lang="en-US" altLang="ja-JP" sz="1400" dirty="0">
              <a:latin typeface="游ゴシック" panose="020B0400000000000000" pitchFamily="50" charset="-128"/>
              <a:cs typeface="ＭＳ Ｐゴシック" panose="020B0600070205080204" pitchFamily="50" charset="-128"/>
            </a:endParaRPr>
          </a:p>
        </p:txBody>
      </p:sp>
      <p:sp>
        <p:nvSpPr>
          <p:cNvPr id="4" name="スライド番号プレースホルダー 3">
            <a:extLst>
              <a:ext uri="{FF2B5EF4-FFF2-40B4-BE49-F238E27FC236}">
                <a16:creationId xmlns:a16="http://schemas.microsoft.com/office/drawing/2014/main" xmlns="" id="{C99ED748-B5DF-171A-7F69-63D9453E9069}"/>
              </a:ext>
            </a:extLst>
          </p:cNvPr>
          <p:cNvSpPr>
            <a:spLocks noGrp="1"/>
          </p:cNvSpPr>
          <p:nvPr>
            <p:ph type="sldNum" sz="quarter" idx="12"/>
          </p:nvPr>
        </p:nvSpPr>
        <p:spPr/>
        <p:txBody>
          <a:bodyPr/>
          <a:lstStyle/>
          <a:p>
            <a:fld id="{6C8F67FE-2B9A-CC4E-A2F4-02E44906EFCC}" type="slidenum">
              <a:rPr lang="ja-JP" altLang="en-US" smtClean="0"/>
              <a:pPr/>
              <a:t>5</a:t>
            </a:fld>
            <a:endParaRPr lang="ja-JP" altLang="en-US"/>
          </a:p>
        </p:txBody>
      </p:sp>
      <p:pic>
        <p:nvPicPr>
          <p:cNvPr id="8" name="図 7">
            <a:extLst>
              <a:ext uri="{FF2B5EF4-FFF2-40B4-BE49-F238E27FC236}">
                <a16:creationId xmlns:a16="http://schemas.microsoft.com/office/drawing/2014/main" xmlns="" id="{EB37CA10-0C8F-C999-9DD6-FC0E5B544236}"/>
              </a:ext>
            </a:extLst>
          </p:cNvPr>
          <p:cNvPicPr>
            <a:picLocks noChangeAspect="1"/>
          </p:cNvPicPr>
          <p:nvPr/>
        </p:nvPicPr>
        <p:blipFill>
          <a:blip r:embed="rId2"/>
          <a:stretch>
            <a:fillRect/>
          </a:stretch>
        </p:blipFill>
        <p:spPr>
          <a:xfrm>
            <a:off x="1593480" y="1938795"/>
            <a:ext cx="5493120" cy="1631374"/>
          </a:xfrm>
          <a:prstGeom prst="rect">
            <a:avLst/>
          </a:prstGeom>
        </p:spPr>
      </p:pic>
      <p:pic>
        <p:nvPicPr>
          <p:cNvPr id="7" name="図 6">
            <a:extLst>
              <a:ext uri="{FF2B5EF4-FFF2-40B4-BE49-F238E27FC236}">
                <a16:creationId xmlns:a16="http://schemas.microsoft.com/office/drawing/2014/main" xmlns="" id="{3CBD2C80-C6B6-862C-90CF-1464BEF848A5}"/>
              </a:ext>
            </a:extLst>
          </p:cNvPr>
          <p:cNvPicPr>
            <a:picLocks noChangeAspect="1"/>
          </p:cNvPicPr>
          <p:nvPr/>
        </p:nvPicPr>
        <p:blipFill>
          <a:blip r:embed="rId3"/>
          <a:stretch>
            <a:fillRect/>
          </a:stretch>
        </p:blipFill>
        <p:spPr>
          <a:xfrm>
            <a:off x="1593480" y="4127876"/>
            <a:ext cx="6880262" cy="913037"/>
          </a:xfrm>
          <a:prstGeom prst="rect">
            <a:avLst/>
          </a:prstGeom>
          <a:ln>
            <a:solidFill>
              <a:schemeClr val="bg1">
                <a:lumMod val="50000"/>
              </a:schemeClr>
            </a:solidFill>
          </a:ln>
        </p:spPr>
      </p:pic>
    </p:spTree>
    <p:extLst>
      <p:ext uri="{BB962C8B-B14F-4D97-AF65-F5344CB8AC3E}">
        <p14:creationId xmlns:p14="http://schemas.microsoft.com/office/powerpoint/2010/main" val="1028609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xmlns="" id="{0D9067C2-8843-C37B-D78F-DD77EA5E2E1C}"/>
              </a:ext>
            </a:extLst>
          </p:cNvPr>
          <p:cNvSpPr>
            <a:spLocks noGrp="1"/>
          </p:cNvSpPr>
          <p:nvPr>
            <p:ph type="ctrTitle"/>
          </p:nvPr>
        </p:nvSpPr>
        <p:spPr>
          <a:xfrm>
            <a:off x="386542" y="153022"/>
            <a:ext cx="9144000" cy="746235"/>
          </a:xfrm>
        </p:spPr>
        <p:txBody>
          <a:bodyPr>
            <a:normAutofit/>
          </a:bodyPr>
          <a:lstStyle/>
          <a:p>
            <a:r>
              <a:rPr kumimoji="1" lang="en-US" altLang="ja-JP" dirty="0"/>
              <a:t>EC Logging Feature</a:t>
            </a:r>
            <a:endParaRPr kumimoji="1" lang="ja-JP" altLang="en-US" dirty="0"/>
          </a:p>
        </p:txBody>
      </p:sp>
      <p:sp>
        <p:nvSpPr>
          <p:cNvPr id="3" name="テキスト プレースホルダー 2">
            <a:extLst>
              <a:ext uri="{FF2B5EF4-FFF2-40B4-BE49-F238E27FC236}">
                <a16:creationId xmlns:a16="http://schemas.microsoft.com/office/drawing/2014/main" xmlns="" id="{01CE3832-0A19-E23D-ACE7-88A86BF18651}"/>
              </a:ext>
            </a:extLst>
          </p:cNvPr>
          <p:cNvSpPr>
            <a:spLocks noGrp="1"/>
          </p:cNvSpPr>
          <p:nvPr>
            <p:ph type="body" sz="quarter" idx="13"/>
          </p:nvPr>
        </p:nvSpPr>
        <p:spPr>
          <a:xfrm>
            <a:off x="386540" y="1188720"/>
            <a:ext cx="11774979" cy="5277393"/>
          </a:xfrm>
        </p:spPr>
        <p:txBody>
          <a:bodyPr>
            <a:normAutofit/>
          </a:bodyPr>
          <a:lstStyle/>
          <a:p>
            <a:r>
              <a:rPr lang="en-US" altLang="ja-JP" sz="1600" dirty="0">
                <a:latin typeface="游ゴシック" panose="020B0400000000000000" pitchFamily="50" charset="-128"/>
                <a:cs typeface="ＭＳ Ｐゴシック" panose="020B0600070205080204" pitchFamily="50" charset="-128"/>
              </a:rPr>
              <a:t>Utility</a:t>
            </a:r>
            <a:r>
              <a:rPr lang="ja-JP" altLang="en-US" sz="1600" dirty="0">
                <a:latin typeface="游ゴシック" panose="020B0400000000000000" pitchFamily="50" charset="-128"/>
                <a:cs typeface="ＭＳ Ｐゴシック" panose="020B0600070205080204" pitchFamily="50" charset="-128"/>
              </a:rPr>
              <a:t>への実装要求</a:t>
            </a:r>
            <a:endParaRPr lang="en-US" altLang="ja-JP" sz="1600" dirty="0">
              <a:latin typeface="游ゴシック" panose="020B0400000000000000" pitchFamily="50" charset="-128"/>
              <a:cs typeface="ＭＳ Ｐゴシック" panose="020B0600070205080204" pitchFamily="50" charset="-128"/>
            </a:endParaRPr>
          </a:p>
          <a:p>
            <a:pPr lvl="1"/>
            <a:r>
              <a:rPr lang="ja-JP" altLang="en-US" sz="1600" dirty="0">
                <a:latin typeface="游ゴシック" panose="020B0400000000000000" pitchFamily="50" charset="-128"/>
                <a:cs typeface="ＭＳ Ｐゴシック" panose="020B0600070205080204" pitchFamily="50" charset="-128"/>
              </a:rPr>
              <a:t>ダブルチェック処理</a:t>
            </a:r>
            <a:endParaRPr lang="en-US" altLang="ja-JP" sz="1600" dirty="0">
              <a:latin typeface="游ゴシック" panose="020B0400000000000000" pitchFamily="50" charset="-128"/>
              <a:cs typeface="ＭＳ Ｐゴシック" panose="020B0600070205080204" pitchFamily="50" charset="-128"/>
            </a:endParaRPr>
          </a:p>
          <a:p>
            <a:pPr lvl="2"/>
            <a:r>
              <a:rPr lang="en-US" altLang="ja-JP" sz="1600" dirty="0">
                <a:latin typeface="游ゴシック" panose="020B0400000000000000" pitchFamily="50" charset="-128"/>
                <a:cs typeface="ＭＳ Ｐゴシック" panose="020B0600070205080204" pitchFamily="50" charset="-128"/>
              </a:rPr>
              <a:t>EC</a:t>
            </a:r>
            <a:r>
              <a:rPr lang="ja-JP" altLang="en-US" sz="1600" dirty="0">
                <a:latin typeface="游ゴシック" panose="020B0400000000000000" pitchFamily="50" charset="-128"/>
                <a:cs typeface="ＭＳ Ｐゴシック" panose="020B0600070205080204" pitchFamily="50" charset="-128"/>
              </a:rPr>
              <a:t>が</a:t>
            </a:r>
            <a:r>
              <a:rPr lang="en-US" altLang="ja-JP" sz="1600" dirty="0">
                <a:latin typeface="游ゴシック" panose="020B0400000000000000" pitchFamily="50" charset="-128"/>
                <a:cs typeface="ＭＳ Ｐゴシック" panose="020B0600070205080204" pitchFamily="50" charset="-128"/>
              </a:rPr>
              <a:t>Log</a:t>
            </a:r>
            <a:r>
              <a:rPr lang="ja-JP" altLang="en-US" sz="1600" dirty="0">
                <a:latin typeface="游ゴシック" panose="020B0400000000000000" pitchFamily="50" charset="-128"/>
                <a:cs typeface="ＭＳ Ｐゴシック" panose="020B0600070205080204" pitchFamily="50" charset="-128"/>
              </a:rPr>
              <a:t>書き込み中ではないことを判定するために</a:t>
            </a:r>
            <a:r>
              <a:rPr lang="en-US" altLang="ja-JP" sz="1600" dirty="0">
                <a:latin typeface="游ゴシック" panose="020B0400000000000000" pitchFamily="50" charset="-128"/>
                <a:cs typeface="ＭＳ Ｐゴシック" panose="020B0600070205080204" pitchFamily="50" charset="-128"/>
              </a:rPr>
              <a:t/>
            </a:r>
            <a:br>
              <a:rPr lang="en-US" altLang="ja-JP" sz="1600" dirty="0">
                <a:latin typeface="游ゴシック" panose="020B0400000000000000" pitchFamily="50" charset="-128"/>
                <a:cs typeface="ＭＳ Ｐゴシック" panose="020B0600070205080204" pitchFamily="50" charset="-128"/>
              </a:rPr>
            </a:br>
            <a:r>
              <a:rPr lang="en-US" altLang="ja-JP" sz="1600" dirty="0">
                <a:latin typeface="游ゴシック" panose="020B0400000000000000" pitchFamily="50" charset="-128"/>
                <a:cs typeface="ＭＳ Ｐゴシック" panose="020B0600070205080204" pitchFamily="50" charset="-128"/>
              </a:rPr>
              <a:t>100msec</a:t>
            </a:r>
            <a:r>
              <a:rPr lang="ja-JP" altLang="en-US" sz="1600" dirty="0">
                <a:latin typeface="游ゴシック" panose="020B0400000000000000" pitchFamily="50" charset="-128"/>
                <a:cs typeface="ＭＳ Ｐゴシック" panose="020B0600070205080204" pitchFamily="50" charset="-128"/>
              </a:rPr>
              <a:t>間隔で</a:t>
            </a:r>
            <a:r>
              <a:rPr lang="en-US" altLang="ja-JP" sz="1600" dirty="0">
                <a:latin typeface="游ゴシック" panose="020B0400000000000000" pitchFamily="50" charset="-128"/>
                <a:cs typeface="ＭＳ Ｐゴシック" panose="020B0600070205080204" pitchFamily="50" charset="-128"/>
              </a:rPr>
              <a:t>2</a:t>
            </a:r>
            <a:r>
              <a:rPr lang="ja-JP" altLang="en-US" sz="1600" dirty="0">
                <a:latin typeface="游ゴシック" panose="020B0400000000000000" pitchFamily="50" charset="-128"/>
                <a:cs typeface="ＭＳ Ｐゴシック" panose="020B0600070205080204" pitchFamily="50" charset="-128"/>
              </a:rPr>
              <a:t>回</a:t>
            </a:r>
            <a:r>
              <a:rPr lang="en-US" altLang="ja-JP" sz="1600" dirty="0">
                <a:latin typeface="游ゴシック" panose="020B0400000000000000" pitchFamily="50" charset="-128"/>
                <a:cs typeface="ＭＳ Ｐゴシック" panose="020B0600070205080204" pitchFamily="50" charset="-128"/>
              </a:rPr>
              <a:t>Command 11h</a:t>
            </a:r>
            <a:r>
              <a:rPr lang="ja-JP" altLang="en-US" sz="1600" dirty="0">
                <a:latin typeface="游ゴシック" panose="020B0400000000000000" pitchFamily="50" charset="-128"/>
                <a:cs typeface="ＭＳ Ｐゴシック" panose="020B0600070205080204" pitchFamily="50" charset="-128"/>
              </a:rPr>
              <a:t>を実行して同じ結果が得られることを確認してください。</a:t>
            </a:r>
            <a:endParaRPr lang="en-US" altLang="ja-JP" sz="1600" dirty="0">
              <a:latin typeface="游ゴシック" panose="020B0400000000000000" pitchFamily="50" charset="-128"/>
              <a:cs typeface="ＭＳ Ｐゴシック" panose="020B0600070205080204" pitchFamily="50" charset="-128"/>
            </a:endParaRPr>
          </a:p>
          <a:p>
            <a:pPr lvl="1"/>
            <a:endParaRPr lang="en-US" altLang="ja-JP" sz="1050" dirty="0">
              <a:latin typeface="游ゴシック" panose="020B0400000000000000" pitchFamily="50" charset="-128"/>
              <a:cs typeface="ＭＳ Ｐゴシック" panose="020B0600070205080204" pitchFamily="50" charset="-128"/>
            </a:endParaRPr>
          </a:p>
          <a:p>
            <a:pPr lvl="1"/>
            <a:r>
              <a:rPr lang="ja-JP" altLang="en-US" sz="1600" dirty="0">
                <a:latin typeface="游ゴシック" panose="020B0400000000000000" pitchFamily="50" charset="-128"/>
                <a:cs typeface="ＭＳ Ｐゴシック" panose="020B0600070205080204" pitchFamily="50" charset="-128"/>
              </a:rPr>
              <a:t>リトライ処理</a:t>
            </a:r>
            <a:endParaRPr lang="en-US" altLang="ja-JP" sz="1600" dirty="0">
              <a:latin typeface="游ゴシック" panose="020B0400000000000000" pitchFamily="50" charset="-128"/>
              <a:cs typeface="ＭＳ Ｐゴシック" panose="020B0600070205080204" pitchFamily="50" charset="-128"/>
            </a:endParaRPr>
          </a:p>
          <a:p>
            <a:pPr lvl="2"/>
            <a:r>
              <a:rPr lang="ja-JP" altLang="en-US" sz="1600" dirty="0">
                <a:latin typeface="游ゴシック" panose="020B0400000000000000" pitchFamily="50" charset="-128"/>
                <a:cs typeface="ＭＳ Ｐゴシック" panose="020B0600070205080204" pitchFamily="50" charset="-128"/>
              </a:rPr>
              <a:t>ダブルチェック処理が</a:t>
            </a:r>
            <a:r>
              <a:rPr lang="en-US" altLang="ja-JP" sz="1600" dirty="0">
                <a:latin typeface="游ゴシック" panose="020B0400000000000000" pitchFamily="50" charset="-128"/>
                <a:cs typeface="ＭＳ Ｐゴシック" panose="020B0600070205080204" pitchFamily="50" charset="-128"/>
              </a:rPr>
              <a:t>NG</a:t>
            </a:r>
            <a:r>
              <a:rPr lang="ja-JP" altLang="en-US" sz="1600" dirty="0">
                <a:latin typeface="游ゴシック" panose="020B0400000000000000" pitchFamily="50" charset="-128"/>
                <a:cs typeface="ＭＳ Ｐゴシック" panose="020B0600070205080204" pitchFamily="50" charset="-128"/>
              </a:rPr>
              <a:t>の場合、</a:t>
            </a:r>
            <a:r>
              <a:rPr lang="en-US" altLang="ja-JP" sz="1600" dirty="0">
                <a:latin typeface="游ゴシック" panose="020B0400000000000000" pitchFamily="50" charset="-128"/>
                <a:cs typeface="ＭＳ Ｐゴシック" panose="020B0600070205080204" pitchFamily="50" charset="-128"/>
              </a:rPr>
              <a:t>3</a:t>
            </a:r>
            <a:r>
              <a:rPr lang="ja-JP" altLang="en-US" sz="1600" dirty="0">
                <a:latin typeface="游ゴシック" panose="020B0400000000000000" pitchFamily="50" charset="-128"/>
                <a:cs typeface="ＭＳ Ｐゴシック" panose="020B0600070205080204" pitchFamily="50" charset="-128"/>
              </a:rPr>
              <a:t>秒待ってから再度ダブルチェックを最大</a:t>
            </a:r>
            <a:r>
              <a:rPr lang="en-US" altLang="ja-JP" sz="1600" dirty="0">
                <a:latin typeface="游ゴシック" panose="020B0400000000000000" pitchFamily="50" charset="-128"/>
                <a:cs typeface="ＭＳ Ｐゴシック" panose="020B0600070205080204" pitchFamily="50" charset="-128"/>
              </a:rPr>
              <a:t>10</a:t>
            </a:r>
            <a:r>
              <a:rPr lang="ja-JP" altLang="en-US" sz="1600" dirty="0">
                <a:latin typeface="游ゴシック" panose="020B0400000000000000" pitchFamily="50" charset="-128"/>
                <a:cs typeface="ＭＳ Ｐゴシック" panose="020B0600070205080204" pitchFamily="50" charset="-128"/>
              </a:rPr>
              <a:t>回まで繰り返してください。</a:t>
            </a:r>
            <a:endParaRPr lang="en-US" altLang="ja-JP" sz="1600" dirty="0">
              <a:latin typeface="游ゴシック" panose="020B0400000000000000" pitchFamily="50" charset="-128"/>
              <a:cs typeface="ＭＳ Ｐゴシック" panose="020B0600070205080204" pitchFamily="50" charset="-128"/>
            </a:endParaRPr>
          </a:p>
          <a:p>
            <a:pPr lvl="2"/>
            <a:r>
              <a:rPr lang="ja-JP" altLang="en-US" sz="1600" dirty="0">
                <a:latin typeface="游ゴシック" panose="020B0400000000000000" pitchFamily="50" charset="-128"/>
                <a:cs typeface="ＭＳ Ｐゴシック" panose="020B0600070205080204" pitchFamily="50" charset="-128"/>
              </a:rPr>
              <a:t>リトライ処理中に割り込み</a:t>
            </a:r>
            <a:r>
              <a:rPr lang="en-US" altLang="ja-JP" sz="1600" dirty="0">
                <a:latin typeface="游ゴシック" panose="020B0400000000000000" pitchFamily="50" charset="-128"/>
                <a:cs typeface="ＭＳ Ｐゴシック" panose="020B0600070205080204" pitchFamily="50" charset="-128"/>
              </a:rPr>
              <a:t>(SNCX Event</a:t>
            </a:r>
            <a:r>
              <a:rPr lang="ja-JP" altLang="en-US" sz="1600" dirty="0">
                <a:latin typeface="游ゴシック" panose="020B0400000000000000" pitchFamily="50" charset="-128"/>
                <a:cs typeface="ＭＳ Ｐゴシック" panose="020B0600070205080204" pitchFamily="50" charset="-128"/>
              </a:rPr>
              <a:t>等</a:t>
            </a:r>
            <a:r>
              <a:rPr lang="en-US" altLang="ja-JP" sz="1600" dirty="0">
                <a:latin typeface="游ゴシック" panose="020B0400000000000000" pitchFamily="50" charset="-128"/>
                <a:cs typeface="ＭＳ Ｐゴシック" panose="020B0600070205080204" pitchFamily="50" charset="-128"/>
              </a:rPr>
              <a:t>)</a:t>
            </a:r>
            <a:r>
              <a:rPr lang="ja-JP" altLang="en-US" sz="1600" dirty="0">
                <a:latin typeface="游ゴシック" panose="020B0400000000000000" pitchFamily="50" charset="-128"/>
                <a:cs typeface="ＭＳ Ｐゴシック" panose="020B0600070205080204" pitchFamily="50" charset="-128"/>
              </a:rPr>
              <a:t>が発生した場合は、リトライ処理を中断して次の処理に移ってください。</a:t>
            </a:r>
            <a:endParaRPr lang="en-US" altLang="ja-JP" sz="1600" dirty="0">
              <a:latin typeface="游ゴシック" panose="020B0400000000000000" pitchFamily="50" charset="-128"/>
              <a:cs typeface="ＭＳ Ｐゴシック" panose="020B0600070205080204" pitchFamily="50" charset="-128"/>
            </a:endParaRPr>
          </a:p>
          <a:p>
            <a:pPr lvl="1"/>
            <a:endParaRPr lang="en-US" altLang="ja-JP" sz="900" dirty="0">
              <a:latin typeface="游ゴシック" panose="020B0400000000000000" pitchFamily="50" charset="-128"/>
              <a:cs typeface="ＭＳ Ｐゴシック" panose="020B0600070205080204" pitchFamily="50" charset="-128"/>
            </a:endParaRPr>
          </a:p>
          <a:p>
            <a:pPr lvl="1"/>
            <a:r>
              <a:rPr lang="en-US" altLang="ja-JP" sz="1600" dirty="0">
                <a:latin typeface="游ゴシック" panose="020B0400000000000000" pitchFamily="50" charset="-128"/>
                <a:cs typeface="ＭＳ Ｐゴシック" panose="020B0600070205080204" pitchFamily="50" charset="-128"/>
              </a:rPr>
              <a:t>Log </a:t>
            </a:r>
            <a:r>
              <a:rPr lang="ja-JP" altLang="en-US" sz="1600" dirty="0">
                <a:latin typeface="游ゴシック" panose="020B0400000000000000" pitchFamily="50" charset="-128"/>
                <a:cs typeface="ＭＳ Ｐゴシック" panose="020B0600070205080204" pitchFamily="50" charset="-128"/>
              </a:rPr>
              <a:t>記録順計算処理</a:t>
            </a:r>
            <a:endParaRPr lang="en-US" altLang="ja-JP" sz="1600" dirty="0">
              <a:latin typeface="游ゴシック" panose="020B0400000000000000" pitchFamily="50" charset="-128"/>
              <a:cs typeface="ＭＳ Ｐゴシック" panose="020B0600070205080204" pitchFamily="50" charset="-128"/>
            </a:endParaRPr>
          </a:p>
          <a:p>
            <a:pPr lvl="2"/>
            <a:r>
              <a:rPr lang="en-US" altLang="ja-JP" sz="1600" dirty="0">
                <a:latin typeface="游ゴシック" panose="020B0400000000000000" pitchFamily="50" charset="-128"/>
                <a:cs typeface="ＭＳ Ｐゴシック" panose="020B0600070205080204" pitchFamily="50" charset="-128"/>
              </a:rPr>
              <a:t>Ring Buffer</a:t>
            </a:r>
            <a:r>
              <a:rPr lang="ja-JP" altLang="en-US" sz="1600" dirty="0">
                <a:latin typeface="游ゴシック" panose="020B0400000000000000" pitchFamily="50" charset="-128"/>
                <a:cs typeface="ＭＳ Ｐゴシック" panose="020B0600070205080204" pitchFamily="50" charset="-128"/>
              </a:rPr>
              <a:t>にある各</a:t>
            </a:r>
            <a:r>
              <a:rPr lang="en-US" altLang="ja-JP" sz="1600" dirty="0">
                <a:latin typeface="游ゴシック" panose="020B0400000000000000" pitchFamily="50" charset="-128"/>
                <a:cs typeface="ＭＳ Ｐゴシック" panose="020B0600070205080204" pitchFamily="50" charset="-128"/>
              </a:rPr>
              <a:t>EC</a:t>
            </a:r>
            <a:r>
              <a:rPr lang="ja-JP" altLang="en-US" sz="1600" dirty="0">
                <a:latin typeface="游ゴシック" panose="020B0400000000000000" pitchFamily="50" charset="-128"/>
                <a:cs typeface="ＭＳ Ｐゴシック" panose="020B0600070205080204" pitchFamily="50" charset="-128"/>
              </a:rPr>
              <a:t>イベントログの記録順を</a:t>
            </a:r>
            <a:r>
              <a:rPr lang="en-US" altLang="ja-JP" sz="1600" dirty="0">
                <a:latin typeface="游ゴシック" panose="020B0400000000000000" pitchFamily="50" charset="-128"/>
                <a:cs typeface="ＭＳ Ｐゴシック" panose="020B0600070205080204" pitchFamily="50" charset="-128"/>
              </a:rPr>
              <a:t>Current Write Index</a:t>
            </a:r>
            <a:r>
              <a:rPr lang="ja-JP" altLang="en-US" sz="1600" dirty="0">
                <a:latin typeface="游ゴシック" panose="020B0400000000000000" pitchFamily="50" charset="-128"/>
                <a:cs typeface="ＭＳ Ｐゴシック" panose="020B0600070205080204" pitchFamily="50" charset="-128"/>
              </a:rPr>
              <a:t>の値から逆算してください。</a:t>
            </a:r>
            <a:endParaRPr lang="en-US" altLang="ja-JP" sz="1600" dirty="0">
              <a:latin typeface="游ゴシック" panose="020B0400000000000000" pitchFamily="50" charset="-128"/>
              <a:cs typeface="ＭＳ Ｐゴシック" panose="020B0600070205080204" pitchFamily="50" charset="-128"/>
            </a:endParaRPr>
          </a:p>
          <a:p>
            <a:pPr lvl="2"/>
            <a:endParaRPr lang="en-US" altLang="ja-JP" sz="1600" dirty="0">
              <a:latin typeface="游ゴシック" panose="020B0400000000000000" pitchFamily="50" charset="-128"/>
              <a:cs typeface="ＭＳ Ｐゴシック" panose="020B0600070205080204" pitchFamily="50" charset="-128"/>
            </a:endParaRPr>
          </a:p>
          <a:p>
            <a:pPr lvl="1"/>
            <a:endParaRPr lang="en-US" altLang="ja-JP" sz="1600" dirty="0">
              <a:solidFill>
                <a:srgbClr val="006100"/>
              </a:solidFill>
              <a:latin typeface="游ゴシック" panose="020B0400000000000000" pitchFamily="50" charset="-128"/>
              <a:cs typeface="ＭＳ Ｐゴシック" panose="020B0600070205080204" pitchFamily="50" charset="-128"/>
            </a:endParaRPr>
          </a:p>
          <a:p>
            <a:pPr lvl="1"/>
            <a:r>
              <a:rPr lang="ja-JP" altLang="en-US" sz="1600" dirty="0">
                <a:latin typeface="游ゴシック" panose="020B0400000000000000" pitchFamily="50" charset="-128"/>
                <a:cs typeface="ＭＳ Ｐゴシック" panose="020B0600070205080204" pitchFamily="50" charset="-128"/>
              </a:rPr>
              <a:t>重複ログ除外</a:t>
            </a:r>
            <a:r>
              <a:rPr lang="ja-JP" altLang="en-US" sz="1600" dirty="0">
                <a:effectLst/>
                <a:latin typeface="游ゴシック" panose="020B0400000000000000" pitchFamily="50" charset="-128"/>
                <a:cs typeface="ＭＳ Ｐゴシック" panose="020B0600070205080204" pitchFamily="50" charset="-128"/>
              </a:rPr>
              <a:t>処理</a:t>
            </a:r>
            <a:endParaRPr lang="en-US" altLang="ja-JP" sz="1600" dirty="0">
              <a:effectLst/>
              <a:latin typeface="游ゴシック" panose="020B0400000000000000" pitchFamily="50" charset="-128"/>
              <a:cs typeface="ＭＳ Ｐゴシック" panose="020B0600070205080204" pitchFamily="50" charset="-128"/>
            </a:endParaRPr>
          </a:p>
          <a:p>
            <a:pPr lvl="2"/>
            <a:r>
              <a:rPr lang="ja-JP" altLang="en-US" sz="1600" dirty="0">
                <a:latin typeface="游ゴシック" panose="020B0400000000000000" pitchFamily="50" charset="-128"/>
                <a:cs typeface="ＭＳ Ｐゴシック" panose="020B0600070205080204" pitchFamily="50" charset="-128"/>
              </a:rPr>
              <a:t>ダブルチェック処理が</a:t>
            </a:r>
            <a:r>
              <a:rPr lang="en-US" altLang="ja-JP" sz="1600" dirty="0">
                <a:latin typeface="游ゴシック" panose="020B0400000000000000" pitchFamily="50" charset="-128"/>
                <a:cs typeface="ＭＳ Ｐゴシック" panose="020B0600070205080204" pitchFamily="50" charset="-128"/>
              </a:rPr>
              <a:t>OK</a:t>
            </a:r>
            <a:r>
              <a:rPr lang="ja-JP" altLang="en-US" sz="1600" dirty="0">
                <a:latin typeface="游ゴシック" panose="020B0400000000000000" pitchFamily="50" charset="-128"/>
                <a:cs typeface="ＭＳ Ｐゴシック" panose="020B0600070205080204" pitchFamily="50" charset="-128"/>
              </a:rPr>
              <a:t>の場合、テキストファイルに保存済みのログを除外してください。</a:t>
            </a:r>
            <a:endParaRPr lang="en-US" altLang="ja-JP" sz="1600" dirty="0">
              <a:latin typeface="游ゴシック" panose="020B0400000000000000" pitchFamily="50" charset="-128"/>
              <a:cs typeface="ＭＳ Ｐゴシック" panose="020B0600070205080204" pitchFamily="50" charset="-128"/>
            </a:endParaRPr>
          </a:p>
          <a:p>
            <a:pPr lvl="3"/>
            <a:r>
              <a:rPr lang="ja-JP" altLang="en-US" sz="1400" dirty="0">
                <a:latin typeface="游ゴシック" panose="020B0400000000000000" pitchFamily="50" charset="-128"/>
                <a:cs typeface="ＭＳ Ｐゴシック" panose="020B0600070205080204" pitchFamily="50" charset="-128"/>
              </a:rPr>
              <a:t>前回の</a:t>
            </a:r>
            <a:r>
              <a:rPr lang="en-US" altLang="ja-JP" sz="1400" dirty="0">
                <a:latin typeface="游ゴシック" panose="020B0400000000000000" pitchFamily="50" charset="-128"/>
                <a:cs typeface="ＭＳ Ｐゴシック" panose="020B0600070205080204" pitchFamily="50" charset="-128"/>
              </a:rPr>
              <a:t>Command 11h</a:t>
            </a:r>
            <a:r>
              <a:rPr lang="ja-JP" altLang="en-US" sz="1400" dirty="0">
                <a:latin typeface="游ゴシック" panose="020B0400000000000000" pitchFamily="50" charset="-128"/>
                <a:cs typeface="ＭＳ Ｐゴシック" panose="020B0600070205080204" pitchFamily="50" charset="-128"/>
              </a:rPr>
              <a:t>の結果をメモリ配列上に保存しておいて比較するだけでは不十分なので注意してください。</a:t>
            </a:r>
            <a:endParaRPr lang="en-US" altLang="ja-JP" sz="1400" dirty="0">
              <a:latin typeface="游ゴシック" panose="020B0400000000000000" pitchFamily="50" charset="-128"/>
              <a:cs typeface="ＭＳ Ｐゴシック" panose="020B0600070205080204" pitchFamily="50" charset="-128"/>
            </a:endParaRPr>
          </a:p>
          <a:p>
            <a:pPr lvl="3"/>
            <a:r>
              <a:rPr lang="ja-JP" altLang="en-US" sz="1400" dirty="0">
                <a:latin typeface="游ゴシック" panose="020B0400000000000000" pitchFamily="50" charset="-128"/>
                <a:cs typeface="ＭＳ Ｐゴシック" panose="020B0600070205080204" pitchFamily="50" charset="-128"/>
              </a:rPr>
              <a:t>シャットダウン状態でも</a:t>
            </a:r>
            <a:r>
              <a:rPr lang="en-US" altLang="ja-JP" sz="1400" dirty="0">
                <a:latin typeface="游ゴシック" panose="020B0400000000000000" pitchFamily="50" charset="-128"/>
                <a:cs typeface="ＭＳ Ｐゴシック" panose="020B0600070205080204" pitchFamily="50" charset="-128"/>
              </a:rPr>
              <a:t>EC</a:t>
            </a:r>
            <a:r>
              <a:rPr lang="ja-JP" altLang="en-US" sz="1400" dirty="0">
                <a:latin typeface="游ゴシック" panose="020B0400000000000000" pitchFamily="50" charset="-128"/>
                <a:cs typeface="ＭＳ Ｐゴシック" panose="020B0600070205080204" pitchFamily="50" charset="-128"/>
              </a:rPr>
              <a:t>イベントログが生成されるため、</a:t>
            </a:r>
            <a:r>
              <a:rPr lang="en-US" altLang="ja-JP" sz="1400" dirty="0">
                <a:latin typeface="游ゴシック" panose="020B0400000000000000" pitchFamily="50" charset="-128"/>
                <a:cs typeface="ＭＳ Ｐゴシック" panose="020B0600070205080204" pitchFamily="50" charset="-128"/>
              </a:rPr>
              <a:t>Windows</a:t>
            </a:r>
            <a:r>
              <a:rPr lang="ja-JP" altLang="en-US" sz="1400" dirty="0">
                <a:latin typeface="游ゴシック" panose="020B0400000000000000" pitchFamily="50" charset="-128"/>
                <a:cs typeface="ＭＳ Ｐゴシック" panose="020B0600070205080204" pitchFamily="50" charset="-128"/>
              </a:rPr>
              <a:t>（</a:t>
            </a:r>
            <a:r>
              <a:rPr lang="en-US" altLang="ja-JP" sz="1400" dirty="0">
                <a:latin typeface="游ゴシック" panose="020B0400000000000000" pitchFamily="50" charset="-128"/>
                <a:cs typeface="ＭＳ Ｐゴシック" panose="020B0600070205080204" pitchFamily="50" charset="-128"/>
              </a:rPr>
              <a:t>Utility</a:t>
            </a:r>
            <a:r>
              <a:rPr lang="ja-JP" altLang="en-US" sz="1400" dirty="0">
                <a:latin typeface="游ゴシック" panose="020B0400000000000000" pitchFamily="50" charset="-128"/>
                <a:cs typeface="ＭＳ Ｐゴシック" panose="020B0600070205080204" pitchFamily="50" charset="-128"/>
              </a:rPr>
              <a:t>）起動直後の</a:t>
            </a:r>
            <a:r>
              <a:rPr lang="en-US" altLang="ja-JP" sz="1400" dirty="0">
                <a:latin typeface="游ゴシック" panose="020B0400000000000000" pitchFamily="50" charset="-128"/>
                <a:cs typeface="ＭＳ Ｐゴシック" panose="020B0600070205080204" pitchFamily="50" charset="-128"/>
              </a:rPr>
              <a:t>1</a:t>
            </a:r>
            <a:r>
              <a:rPr lang="ja-JP" altLang="en-US" sz="1400" dirty="0">
                <a:latin typeface="游ゴシック" panose="020B0400000000000000" pitchFamily="50" charset="-128"/>
                <a:cs typeface="ＭＳ Ｐゴシック" panose="020B0600070205080204" pitchFamily="50" charset="-128"/>
              </a:rPr>
              <a:t>回目の処理は</a:t>
            </a:r>
            <a:r>
              <a:rPr lang="en-US" altLang="ja-JP" sz="1400" dirty="0">
                <a:latin typeface="游ゴシック" panose="020B0400000000000000" pitchFamily="50" charset="-128"/>
                <a:cs typeface="ＭＳ Ｐゴシック" panose="020B0600070205080204" pitchFamily="50" charset="-128"/>
              </a:rPr>
              <a:t/>
            </a:r>
            <a:br>
              <a:rPr lang="en-US" altLang="ja-JP" sz="1400" dirty="0">
                <a:latin typeface="游ゴシック" panose="020B0400000000000000" pitchFamily="50" charset="-128"/>
                <a:cs typeface="ＭＳ Ｐゴシック" panose="020B0600070205080204" pitchFamily="50" charset="-128"/>
              </a:rPr>
            </a:br>
            <a:r>
              <a:rPr lang="ja-JP" altLang="en-US" sz="1400" dirty="0">
                <a:latin typeface="游ゴシック" panose="020B0400000000000000" pitchFamily="50" charset="-128"/>
                <a:cs typeface="ＭＳ Ｐゴシック" panose="020B0600070205080204" pitchFamily="50" charset="-128"/>
              </a:rPr>
              <a:t>テキストファイルに保存済みの結果と比較する必要があります。</a:t>
            </a:r>
            <a:endParaRPr lang="en-US" altLang="ja-JP" sz="800" dirty="0">
              <a:latin typeface="游ゴシック" panose="020B0400000000000000" pitchFamily="50" charset="-128"/>
              <a:cs typeface="ＭＳ Ｐゴシック" panose="020B0600070205080204" pitchFamily="50" charset="-128"/>
            </a:endParaRPr>
          </a:p>
        </p:txBody>
      </p:sp>
      <p:sp>
        <p:nvSpPr>
          <p:cNvPr id="4" name="スライド番号プレースホルダー 3">
            <a:extLst>
              <a:ext uri="{FF2B5EF4-FFF2-40B4-BE49-F238E27FC236}">
                <a16:creationId xmlns:a16="http://schemas.microsoft.com/office/drawing/2014/main" xmlns="" id="{C99ED748-B5DF-171A-7F69-63D9453E9069}"/>
              </a:ext>
            </a:extLst>
          </p:cNvPr>
          <p:cNvSpPr>
            <a:spLocks noGrp="1"/>
          </p:cNvSpPr>
          <p:nvPr>
            <p:ph type="sldNum" sz="quarter" idx="12"/>
          </p:nvPr>
        </p:nvSpPr>
        <p:spPr/>
        <p:txBody>
          <a:bodyPr/>
          <a:lstStyle/>
          <a:p>
            <a:fld id="{6C8F67FE-2B9A-CC4E-A2F4-02E44906EFCC}" type="slidenum">
              <a:rPr lang="ja-JP" altLang="en-US" smtClean="0"/>
              <a:pPr/>
              <a:t>6</a:t>
            </a:fld>
            <a:endParaRPr lang="ja-JP" altLang="en-US"/>
          </a:p>
        </p:txBody>
      </p:sp>
      <p:sp>
        <p:nvSpPr>
          <p:cNvPr id="5" name="正方形/長方形 4">
            <a:extLst>
              <a:ext uri="{FF2B5EF4-FFF2-40B4-BE49-F238E27FC236}">
                <a16:creationId xmlns:a16="http://schemas.microsoft.com/office/drawing/2014/main" xmlns="" id="{3177A9D9-1B3A-80AC-3E46-FD64C2DEF19C}"/>
              </a:ext>
            </a:extLst>
          </p:cNvPr>
          <p:cNvSpPr/>
          <p:nvPr/>
        </p:nvSpPr>
        <p:spPr>
          <a:xfrm>
            <a:off x="5372701" y="4371052"/>
            <a:ext cx="1988544" cy="437861"/>
          </a:xfrm>
          <a:prstGeom prst="rect">
            <a:avLst/>
          </a:prstGeom>
          <a:solidFill>
            <a:srgbClr val="C6EFCE"/>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rgbClr val="006100"/>
                </a:solidFill>
              </a:rPr>
              <a:t>Latest -2 Log</a:t>
            </a:r>
          </a:p>
          <a:p>
            <a:pPr algn="ctr"/>
            <a:r>
              <a:rPr lang="en-US" altLang="ja-JP" sz="1200" dirty="0">
                <a:solidFill>
                  <a:srgbClr val="006100"/>
                </a:solidFill>
              </a:rPr>
              <a:t>(Log </a:t>
            </a:r>
            <a:r>
              <a:rPr kumimoji="1" lang="en-US" altLang="ja-JP" sz="1200" dirty="0">
                <a:solidFill>
                  <a:srgbClr val="006100"/>
                </a:solidFill>
              </a:rPr>
              <a:t>Index is 41)</a:t>
            </a:r>
            <a:endParaRPr kumimoji="1" lang="ja-JP" altLang="en-US" sz="1200" dirty="0">
              <a:solidFill>
                <a:srgbClr val="006100"/>
              </a:solidFill>
            </a:endParaRPr>
          </a:p>
        </p:txBody>
      </p:sp>
      <p:sp>
        <p:nvSpPr>
          <p:cNvPr id="6" name="正方形/長方形 5">
            <a:extLst>
              <a:ext uri="{FF2B5EF4-FFF2-40B4-BE49-F238E27FC236}">
                <a16:creationId xmlns:a16="http://schemas.microsoft.com/office/drawing/2014/main" xmlns="" id="{808955B4-4495-13A9-88E4-EAEED6E86764}"/>
              </a:ext>
            </a:extLst>
          </p:cNvPr>
          <p:cNvSpPr/>
          <p:nvPr/>
        </p:nvSpPr>
        <p:spPr>
          <a:xfrm>
            <a:off x="7361245" y="4371053"/>
            <a:ext cx="1988544" cy="437860"/>
          </a:xfrm>
          <a:prstGeom prst="rect">
            <a:avLst/>
          </a:prstGeom>
          <a:solidFill>
            <a:srgbClr val="C6EFCE"/>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rgbClr val="006100"/>
                </a:solidFill>
              </a:rPr>
              <a:t>Latest -1 Log</a:t>
            </a:r>
          </a:p>
          <a:p>
            <a:pPr algn="ctr"/>
            <a:r>
              <a:rPr lang="en-US" altLang="ja-JP" sz="1200" dirty="0">
                <a:solidFill>
                  <a:srgbClr val="006100"/>
                </a:solidFill>
              </a:rPr>
              <a:t>(Log </a:t>
            </a:r>
            <a:r>
              <a:rPr kumimoji="1" lang="en-US" altLang="ja-JP" sz="1200" dirty="0">
                <a:solidFill>
                  <a:srgbClr val="006100"/>
                </a:solidFill>
              </a:rPr>
              <a:t>Index is 0)</a:t>
            </a:r>
            <a:endParaRPr kumimoji="1" lang="ja-JP" altLang="en-US" sz="1200" dirty="0">
              <a:solidFill>
                <a:srgbClr val="006100"/>
              </a:solidFill>
            </a:endParaRPr>
          </a:p>
        </p:txBody>
      </p:sp>
      <p:sp>
        <p:nvSpPr>
          <p:cNvPr id="7" name="正方形/長方形 6">
            <a:extLst>
              <a:ext uri="{FF2B5EF4-FFF2-40B4-BE49-F238E27FC236}">
                <a16:creationId xmlns:a16="http://schemas.microsoft.com/office/drawing/2014/main" xmlns="" id="{D06E7031-A4FC-4DD9-7C70-8EBC46BF921E}"/>
              </a:ext>
            </a:extLst>
          </p:cNvPr>
          <p:cNvSpPr/>
          <p:nvPr/>
        </p:nvSpPr>
        <p:spPr>
          <a:xfrm>
            <a:off x="9349789" y="4371052"/>
            <a:ext cx="1988544" cy="437860"/>
          </a:xfrm>
          <a:prstGeom prst="rect">
            <a:avLst/>
          </a:prstGeom>
          <a:solidFill>
            <a:srgbClr val="C6EFCE"/>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rgbClr val="006100"/>
                </a:solidFill>
              </a:rPr>
              <a:t>Latest Log</a:t>
            </a:r>
          </a:p>
          <a:p>
            <a:pPr algn="ctr"/>
            <a:r>
              <a:rPr lang="en-US" altLang="ja-JP" sz="1200" dirty="0">
                <a:solidFill>
                  <a:srgbClr val="006100"/>
                </a:solidFill>
              </a:rPr>
              <a:t>(Log </a:t>
            </a:r>
            <a:r>
              <a:rPr kumimoji="1" lang="en-US" altLang="ja-JP" sz="1200" dirty="0">
                <a:solidFill>
                  <a:srgbClr val="006100"/>
                </a:solidFill>
              </a:rPr>
              <a:t>Index is 1)</a:t>
            </a:r>
            <a:endParaRPr kumimoji="1" lang="ja-JP" altLang="en-US" sz="1200" dirty="0">
              <a:solidFill>
                <a:srgbClr val="006100"/>
              </a:solidFill>
            </a:endParaRPr>
          </a:p>
        </p:txBody>
      </p:sp>
      <p:sp>
        <p:nvSpPr>
          <p:cNvPr id="8" name="テキスト ボックス 7">
            <a:extLst>
              <a:ext uri="{FF2B5EF4-FFF2-40B4-BE49-F238E27FC236}">
                <a16:creationId xmlns:a16="http://schemas.microsoft.com/office/drawing/2014/main" xmlns="" id="{01B14E2C-7900-14F8-C4E8-E09005E5CD48}"/>
              </a:ext>
            </a:extLst>
          </p:cNvPr>
          <p:cNvSpPr txBox="1"/>
          <p:nvPr/>
        </p:nvSpPr>
        <p:spPr>
          <a:xfrm>
            <a:off x="3152639" y="4337804"/>
            <a:ext cx="2375325" cy="553300"/>
          </a:xfrm>
          <a:prstGeom prst="rect">
            <a:avLst/>
          </a:prstGeom>
        </p:spPr>
        <p:txBody>
          <a:bodyPr vert="horz" wrap="none" lIns="91440" tIns="45720" rIns="91440" bIns="45720" rtlCol="0" anchor="ctr">
            <a:normAutofit/>
          </a:bodyPr>
          <a:lstStyle/>
          <a:p>
            <a:pPr algn="ctr"/>
            <a:r>
              <a:rPr lang="ja-JP" altLang="en-US" sz="1200" dirty="0">
                <a:solidFill>
                  <a:srgbClr val="006100"/>
                </a:solidFill>
              </a:rPr>
              <a:t>例：</a:t>
            </a:r>
            <a:r>
              <a:rPr lang="en-US" altLang="ja-JP" sz="1200" dirty="0">
                <a:solidFill>
                  <a:srgbClr val="006100"/>
                </a:solidFill>
              </a:rPr>
              <a:t>Current Write Index</a:t>
            </a:r>
            <a:r>
              <a:rPr lang="ja-JP" altLang="en-US" sz="1200" dirty="0">
                <a:solidFill>
                  <a:srgbClr val="006100"/>
                </a:solidFill>
              </a:rPr>
              <a:t>が</a:t>
            </a:r>
            <a:r>
              <a:rPr lang="en-US" altLang="ja-JP" sz="1200" dirty="0">
                <a:solidFill>
                  <a:srgbClr val="006100"/>
                </a:solidFill>
              </a:rPr>
              <a:t>2</a:t>
            </a:r>
          </a:p>
          <a:p>
            <a:pPr algn="ctr"/>
            <a:r>
              <a:rPr lang="en-US" altLang="ja-JP" sz="1200" dirty="0" err="1">
                <a:solidFill>
                  <a:srgbClr val="006100"/>
                </a:solidFill>
              </a:rPr>
              <a:t>RingBufferSize</a:t>
            </a:r>
            <a:r>
              <a:rPr lang="ja-JP" altLang="en-US" sz="1200" dirty="0">
                <a:solidFill>
                  <a:srgbClr val="006100"/>
                </a:solidFill>
              </a:rPr>
              <a:t>が</a:t>
            </a:r>
            <a:r>
              <a:rPr lang="en-US" altLang="ja-JP" sz="1200" dirty="0">
                <a:solidFill>
                  <a:srgbClr val="006100"/>
                </a:solidFill>
              </a:rPr>
              <a:t>252</a:t>
            </a:r>
            <a:r>
              <a:rPr lang="ja-JP" altLang="en-US" sz="1200" dirty="0">
                <a:solidFill>
                  <a:srgbClr val="006100"/>
                </a:solidFill>
              </a:rPr>
              <a:t>の場合</a:t>
            </a:r>
          </a:p>
        </p:txBody>
      </p:sp>
    </p:spTree>
    <p:extLst>
      <p:ext uri="{BB962C8B-B14F-4D97-AF65-F5344CB8AC3E}">
        <p14:creationId xmlns:p14="http://schemas.microsoft.com/office/powerpoint/2010/main" val="1681323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xmlns="" id="{0D9067C2-8843-C37B-D78F-DD77EA5E2E1C}"/>
              </a:ext>
            </a:extLst>
          </p:cNvPr>
          <p:cNvSpPr>
            <a:spLocks noGrp="1"/>
          </p:cNvSpPr>
          <p:nvPr>
            <p:ph type="ctrTitle"/>
          </p:nvPr>
        </p:nvSpPr>
        <p:spPr>
          <a:xfrm>
            <a:off x="386542" y="153022"/>
            <a:ext cx="9144000" cy="746235"/>
          </a:xfrm>
        </p:spPr>
        <p:txBody>
          <a:bodyPr>
            <a:normAutofit/>
          </a:bodyPr>
          <a:lstStyle/>
          <a:p>
            <a:r>
              <a:rPr kumimoji="1" lang="en-US" altLang="ja-JP" dirty="0"/>
              <a:t>EC Logging Feature</a:t>
            </a:r>
            <a:endParaRPr kumimoji="1" lang="ja-JP" altLang="en-US" dirty="0"/>
          </a:p>
        </p:txBody>
      </p:sp>
      <p:sp>
        <p:nvSpPr>
          <p:cNvPr id="3" name="テキスト プレースホルダー 2">
            <a:extLst>
              <a:ext uri="{FF2B5EF4-FFF2-40B4-BE49-F238E27FC236}">
                <a16:creationId xmlns:a16="http://schemas.microsoft.com/office/drawing/2014/main" xmlns="" id="{01CE3832-0A19-E23D-ACE7-88A86BF18651}"/>
              </a:ext>
            </a:extLst>
          </p:cNvPr>
          <p:cNvSpPr>
            <a:spLocks noGrp="1"/>
          </p:cNvSpPr>
          <p:nvPr>
            <p:ph type="body" sz="quarter" idx="13"/>
          </p:nvPr>
        </p:nvSpPr>
        <p:spPr>
          <a:xfrm>
            <a:off x="386540" y="1188721"/>
            <a:ext cx="11924609" cy="5133108"/>
          </a:xfrm>
        </p:spPr>
        <p:txBody>
          <a:bodyPr>
            <a:normAutofit/>
          </a:bodyPr>
          <a:lstStyle/>
          <a:p>
            <a:r>
              <a:rPr lang="en-US" altLang="ja-JP" sz="1600" dirty="0">
                <a:latin typeface="游ゴシック" panose="020B0400000000000000" pitchFamily="50" charset="-128"/>
                <a:cs typeface="ＭＳ Ｐゴシック" panose="020B0600070205080204" pitchFamily="50" charset="-128"/>
              </a:rPr>
              <a:t>Utility</a:t>
            </a:r>
            <a:r>
              <a:rPr lang="ja-JP" altLang="en-US" sz="1600" dirty="0">
                <a:latin typeface="游ゴシック" panose="020B0400000000000000" pitchFamily="50" charset="-128"/>
                <a:cs typeface="ＭＳ Ｐゴシック" panose="020B0600070205080204" pitchFamily="50" charset="-128"/>
              </a:rPr>
              <a:t>への実装要求</a:t>
            </a:r>
            <a:endParaRPr lang="en-US" altLang="ja-JP" sz="1600" dirty="0">
              <a:latin typeface="游ゴシック" panose="020B0400000000000000" pitchFamily="50" charset="-128"/>
              <a:cs typeface="ＭＳ Ｐゴシック" panose="020B0600070205080204" pitchFamily="50" charset="-128"/>
            </a:endParaRPr>
          </a:p>
          <a:p>
            <a:pPr lvl="1"/>
            <a:r>
              <a:rPr lang="en-US" altLang="ja-JP" sz="1600" dirty="0">
                <a:latin typeface="游ゴシック" panose="020B0400000000000000" pitchFamily="50" charset="-128"/>
                <a:cs typeface="ＭＳ Ｐゴシック" panose="020B0600070205080204" pitchFamily="50" charset="-128"/>
              </a:rPr>
              <a:t>[</a:t>
            </a:r>
            <a:r>
              <a:rPr lang="ja-JP" altLang="en-US" sz="1600" dirty="0">
                <a:latin typeface="游ゴシック" panose="020B0400000000000000" pitchFamily="50" charset="-128"/>
                <a:cs typeface="ＭＳ Ｐゴシック" panose="020B0600070205080204" pitchFamily="50" charset="-128"/>
              </a:rPr>
              <a:t>イベント発生日時</a:t>
            </a:r>
            <a:r>
              <a:rPr lang="en-US" altLang="ja-JP" sz="1600" dirty="0">
                <a:latin typeface="游ゴシック" panose="020B0400000000000000" pitchFamily="50" charset="-128"/>
                <a:cs typeface="ＭＳ Ｐゴシック" panose="020B0600070205080204" pitchFamily="50" charset="-128"/>
              </a:rPr>
              <a:t>]</a:t>
            </a:r>
            <a:r>
              <a:rPr lang="ja-JP" altLang="en-US" sz="1600" dirty="0">
                <a:latin typeface="游ゴシック" panose="020B0400000000000000" pitchFamily="50" charset="-128"/>
                <a:cs typeface="ＭＳ Ｐゴシック" panose="020B0600070205080204" pitchFamily="50" charset="-128"/>
              </a:rPr>
              <a:t>計算処理</a:t>
            </a:r>
            <a:endParaRPr lang="en-US" altLang="ja-JP" sz="1600" dirty="0">
              <a:latin typeface="游ゴシック" panose="020B0400000000000000" pitchFamily="50" charset="-128"/>
              <a:cs typeface="ＭＳ Ｐゴシック" panose="020B0600070205080204" pitchFamily="50" charset="-128"/>
            </a:endParaRPr>
          </a:p>
          <a:p>
            <a:pPr lvl="2"/>
            <a:r>
              <a:rPr lang="en-US" altLang="ja-JP" sz="1600" dirty="0">
                <a:effectLst/>
                <a:latin typeface="游ゴシック" panose="020B0400000000000000" pitchFamily="50" charset="-128"/>
                <a:cs typeface="ＭＳ Ｐゴシック" panose="020B0600070205080204" pitchFamily="50" charset="-128"/>
              </a:rPr>
              <a:t>Command 10h</a:t>
            </a:r>
            <a:r>
              <a:rPr lang="ja-JP" altLang="en-US" sz="1600" dirty="0">
                <a:effectLst/>
                <a:latin typeface="游ゴシック" panose="020B0400000000000000" pitchFamily="50" charset="-128"/>
                <a:cs typeface="ＭＳ Ｐゴシック" panose="020B0600070205080204" pitchFamily="50" charset="-128"/>
              </a:rPr>
              <a:t>で</a:t>
            </a:r>
            <a:r>
              <a:rPr lang="en-US" altLang="ja-JP" sz="1600" dirty="0">
                <a:effectLst/>
                <a:latin typeface="游ゴシック" panose="020B0400000000000000" pitchFamily="50" charset="-128"/>
                <a:cs typeface="ＭＳ Ｐゴシック" panose="020B0600070205080204" pitchFamily="50" charset="-128"/>
              </a:rPr>
              <a:t>[Current Time Information]</a:t>
            </a:r>
            <a:r>
              <a:rPr lang="ja-JP" altLang="en-US" sz="1600" dirty="0">
                <a:effectLst/>
                <a:latin typeface="游ゴシック" panose="020B0400000000000000" pitchFamily="50" charset="-128"/>
                <a:cs typeface="ＭＳ Ｐゴシック" panose="020B0600070205080204" pitchFamily="50" charset="-128"/>
              </a:rPr>
              <a:t>を取得し、各ログの</a:t>
            </a:r>
            <a:r>
              <a:rPr lang="en-US" altLang="ja-JP" sz="1600" dirty="0">
                <a:latin typeface="游ゴシック" panose="020B0400000000000000" pitchFamily="50" charset="-128"/>
                <a:cs typeface="ＭＳ Ｐゴシック" panose="020B0600070205080204" pitchFamily="50" charset="-128"/>
              </a:rPr>
              <a:t>[</a:t>
            </a:r>
            <a:r>
              <a:rPr lang="ja-JP" altLang="en-US" sz="1600" dirty="0">
                <a:latin typeface="游ゴシック" panose="020B0400000000000000" pitchFamily="50" charset="-128"/>
                <a:cs typeface="ＭＳ Ｐゴシック" panose="020B0600070205080204" pitchFamily="50" charset="-128"/>
              </a:rPr>
              <a:t>イベント発生日時</a:t>
            </a:r>
            <a:r>
              <a:rPr lang="en-US" altLang="ja-JP" sz="1600" dirty="0">
                <a:latin typeface="游ゴシック" panose="020B0400000000000000" pitchFamily="50" charset="-128"/>
                <a:cs typeface="ＭＳ Ｐゴシック" panose="020B0600070205080204" pitchFamily="50" charset="-128"/>
              </a:rPr>
              <a:t>]</a:t>
            </a:r>
            <a:r>
              <a:rPr lang="ja-JP" altLang="en-US" sz="1600" dirty="0">
                <a:effectLst/>
                <a:latin typeface="游ゴシック" panose="020B0400000000000000" pitchFamily="50" charset="-128"/>
                <a:cs typeface="ＭＳ Ｐゴシック" panose="020B0600070205080204" pitchFamily="50" charset="-128"/>
              </a:rPr>
              <a:t>を計算してください。</a:t>
            </a:r>
            <a:endParaRPr lang="en-US" altLang="ja-JP" sz="1600" dirty="0">
              <a:effectLst/>
              <a:latin typeface="游ゴシック" panose="020B0400000000000000" pitchFamily="50" charset="-128"/>
              <a:cs typeface="ＭＳ Ｐゴシック" panose="020B0600070205080204" pitchFamily="50" charset="-128"/>
            </a:endParaRPr>
          </a:p>
          <a:p>
            <a:pPr lvl="3"/>
            <a:r>
              <a:rPr lang="en-US" altLang="ja-JP" sz="1400" dirty="0">
                <a:effectLst/>
                <a:latin typeface="游ゴシック" panose="020B0400000000000000" pitchFamily="50" charset="-128"/>
                <a:cs typeface="ＭＳ Ｐゴシック" panose="020B0600070205080204" pitchFamily="50" charset="-128"/>
              </a:rPr>
              <a:t>[</a:t>
            </a:r>
            <a:r>
              <a:rPr lang="ja-JP" altLang="en-US" sz="1400" dirty="0">
                <a:effectLst/>
                <a:latin typeface="游ゴシック" panose="020B0400000000000000" pitchFamily="50" charset="-128"/>
                <a:cs typeface="ＭＳ Ｐゴシック" panose="020B0600070205080204" pitchFamily="50" charset="-128"/>
              </a:rPr>
              <a:t>イベント発生日時</a:t>
            </a:r>
            <a:r>
              <a:rPr lang="en-US" altLang="ja-JP" sz="1400" dirty="0">
                <a:effectLst/>
                <a:latin typeface="游ゴシック" panose="020B0400000000000000" pitchFamily="50" charset="-128"/>
                <a:cs typeface="ＭＳ Ｐゴシック" panose="020B0600070205080204" pitchFamily="50" charset="-128"/>
              </a:rPr>
              <a:t>] </a:t>
            </a:r>
            <a:r>
              <a:rPr lang="ja-JP" altLang="en-US" sz="1400" dirty="0">
                <a:effectLst/>
                <a:latin typeface="游ゴシック" panose="020B0400000000000000" pitchFamily="50" charset="-128"/>
                <a:cs typeface="ＭＳ Ｐゴシック" panose="020B0600070205080204" pitchFamily="50" charset="-128"/>
              </a:rPr>
              <a:t>＝ </a:t>
            </a:r>
            <a:r>
              <a:rPr lang="en-US" altLang="ja-JP" sz="1400" dirty="0">
                <a:effectLst/>
                <a:latin typeface="游ゴシック" panose="020B0400000000000000" pitchFamily="50" charset="-128"/>
                <a:cs typeface="ＭＳ Ｐゴシック" panose="020B0600070205080204" pitchFamily="50" charset="-128"/>
              </a:rPr>
              <a:t>[</a:t>
            </a:r>
            <a:r>
              <a:rPr lang="ja-JP" altLang="en-US" sz="1400" dirty="0">
                <a:effectLst/>
                <a:latin typeface="游ゴシック" panose="020B0400000000000000" pitchFamily="50" charset="-128"/>
                <a:cs typeface="ＭＳ Ｐゴシック" panose="020B0600070205080204" pitchFamily="50" charset="-128"/>
              </a:rPr>
              <a:t>現在の</a:t>
            </a:r>
            <a:r>
              <a:rPr lang="en-US" altLang="ja-JP" sz="1400" dirty="0">
                <a:effectLst/>
                <a:latin typeface="游ゴシック" panose="020B0400000000000000" pitchFamily="50" charset="-128"/>
                <a:cs typeface="ＭＳ Ｐゴシック" panose="020B0600070205080204" pitchFamily="50" charset="-128"/>
              </a:rPr>
              <a:t>Windows</a:t>
            </a:r>
            <a:r>
              <a:rPr lang="ja-JP" altLang="en-US" sz="1400" dirty="0">
                <a:effectLst/>
                <a:latin typeface="游ゴシック" panose="020B0400000000000000" pitchFamily="50" charset="-128"/>
                <a:cs typeface="ＭＳ Ｐゴシック" panose="020B0600070205080204" pitchFamily="50" charset="-128"/>
              </a:rPr>
              <a:t>日時</a:t>
            </a:r>
            <a:r>
              <a:rPr lang="en-US" altLang="ja-JP" sz="1400" dirty="0">
                <a:effectLst/>
                <a:latin typeface="游ゴシック" panose="020B0400000000000000" pitchFamily="50" charset="-128"/>
                <a:cs typeface="ＭＳ Ｐゴシック" panose="020B0600070205080204" pitchFamily="50" charset="-128"/>
              </a:rPr>
              <a:t>] </a:t>
            </a:r>
            <a:r>
              <a:rPr lang="ja-JP" altLang="en-US" sz="1400" dirty="0">
                <a:effectLst/>
                <a:latin typeface="游ゴシック" panose="020B0400000000000000" pitchFamily="50" charset="-128"/>
                <a:cs typeface="ＭＳ Ｐゴシック" panose="020B0600070205080204" pitchFamily="50" charset="-128"/>
              </a:rPr>
              <a:t>ー </a:t>
            </a:r>
            <a:r>
              <a:rPr lang="en-US" altLang="ja-JP" sz="1400" dirty="0">
                <a:effectLst/>
                <a:latin typeface="游ゴシック" panose="020B0400000000000000" pitchFamily="50" charset="-128"/>
                <a:cs typeface="ＭＳ Ｐゴシック" panose="020B0600070205080204" pitchFamily="50" charset="-128"/>
              </a:rPr>
              <a:t>( [Current Time Information] </a:t>
            </a:r>
            <a:r>
              <a:rPr lang="ja-JP" altLang="en-US" sz="1400" dirty="0">
                <a:effectLst/>
                <a:latin typeface="游ゴシック" panose="020B0400000000000000" pitchFamily="50" charset="-128"/>
                <a:cs typeface="ＭＳ Ｐゴシック" panose="020B0600070205080204" pitchFamily="50" charset="-128"/>
              </a:rPr>
              <a:t>ー </a:t>
            </a:r>
            <a:r>
              <a:rPr lang="en-US" altLang="ja-JP" sz="1400" dirty="0">
                <a:effectLst/>
                <a:latin typeface="游ゴシック" panose="020B0400000000000000" pitchFamily="50" charset="-128"/>
                <a:cs typeface="ＭＳ Ｐゴシック" panose="020B0600070205080204" pitchFamily="50" charset="-128"/>
              </a:rPr>
              <a:t>[Log Time Information] )</a:t>
            </a:r>
          </a:p>
          <a:p>
            <a:pPr lvl="3"/>
            <a:endParaRPr lang="en-US" altLang="ja-JP" sz="1200" dirty="0">
              <a:effectLst/>
              <a:latin typeface="游ゴシック" panose="020B0400000000000000" pitchFamily="50" charset="-128"/>
              <a:cs typeface="ＭＳ Ｐゴシック" panose="020B0600070205080204" pitchFamily="50" charset="-128"/>
            </a:endParaRPr>
          </a:p>
          <a:p>
            <a:pPr lvl="2"/>
            <a:r>
              <a:rPr lang="ja-JP" altLang="en-US" sz="1600" dirty="0">
                <a:latin typeface="游ゴシック" panose="020B0400000000000000" pitchFamily="50" charset="-128"/>
                <a:cs typeface="ＭＳ Ｐゴシック" panose="020B0600070205080204" pitchFamily="50" charset="-128"/>
              </a:rPr>
              <a:t>下記のように正しく計算できない場合は</a:t>
            </a:r>
            <a:r>
              <a:rPr lang="ja-JP" altLang="en-US" sz="1600" dirty="0">
                <a:solidFill>
                  <a:srgbClr val="FF0000"/>
                </a:solidFill>
                <a:latin typeface="游ゴシック" panose="020B0400000000000000" pitchFamily="50" charset="-128"/>
                <a:cs typeface="ＭＳ Ｐゴシック" panose="020B0600070205080204" pitchFamily="50" charset="-128"/>
              </a:rPr>
              <a:t>テキストファイルに出力する</a:t>
            </a:r>
            <a:r>
              <a:rPr lang="en-US" altLang="ja-JP" sz="1600" dirty="0">
                <a:solidFill>
                  <a:srgbClr val="FF0000"/>
                </a:solidFill>
                <a:latin typeface="游ゴシック" panose="020B0400000000000000" pitchFamily="50" charset="-128"/>
                <a:cs typeface="ＭＳ Ｐゴシック" panose="020B0600070205080204" pitchFamily="50" charset="-128"/>
              </a:rPr>
              <a:t>[</a:t>
            </a:r>
            <a:r>
              <a:rPr lang="ja-JP" altLang="en-US" sz="1600" dirty="0">
                <a:solidFill>
                  <a:srgbClr val="FF0000"/>
                </a:solidFill>
                <a:latin typeface="游ゴシック" panose="020B0400000000000000" pitchFamily="50" charset="-128"/>
                <a:cs typeface="ＭＳ Ｐゴシック" panose="020B0600070205080204" pitchFamily="50" charset="-128"/>
              </a:rPr>
              <a:t>イベント発生日時</a:t>
            </a:r>
            <a:r>
              <a:rPr lang="en-US" altLang="ja-JP" sz="1600" dirty="0">
                <a:solidFill>
                  <a:srgbClr val="FF0000"/>
                </a:solidFill>
                <a:latin typeface="游ゴシック" panose="020B0400000000000000" pitchFamily="50" charset="-128"/>
                <a:cs typeface="ＭＳ Ｐゴシック" panose="020B0600070205080204" pitchFamily="50" charset="-128"/>
              </a:rPr>
              <a:t>]</a:t>
            </a:r>
            <a:r>
              <a:rPr lang="ja-JP" altLang="en-US" sz="1600" dirty="0">
                <a:solidFill>
                  <a:srgbClr val="FF0000"/>
                </a:solidFill>
                <a:latin typeface="游ゴシック" panose="020B0400000000000000" pitchFamily="50" charset="-128"/>
                <a:cs typeface="ＭＳ Ｐゴシック" panose="020B0600070205080204" pitchFamily="50" charset="-128"/>
              </a:rPr>
              <a:t>の値は無し</a:t>
            </a:r>
            <a:r>
              <a:rPr lang="ja-JP" altLang="en-US" sz="1600" dirty="0">
                <a:latin typeface="游ゴシック" panose="020B0400000000000000" pitchFamily="50" charset="-128"/>
                <a:cs typeface="ＭＳ Ｐゴシック" panose="020B0600070205080204" pitchFamily="50" charset="-128"/>
              </a:rPr>
              <a:t>にしてください</a:t>
            </a:r>
          </a:p>
          <a:p>
            <a:pPr lvl="3"/>
            <a:r>
              <a:rPr lang="en-US" altLang="ja-JP" sz="1400" dirty="0">
                <a:effectLst/>
                <a:latin typeface="游ゴシック" panose="020B0400000000000000" pitchFamily="50" charset="-128"/>
                <a:cs typeface="ＭＳ Ｐゴシック" panose="020B0600070205080204" pitchFamily="50" charset="-128"/>
              </a:rPr>
              <a:t>[Current Time Information]</a:t>
            </a:r>
            <a:r>
              <a:rPr lang="ja-JP" altLang="en-US" sz="1400" dirty="0">
                <a:effectLst/>
                <a:latin typeface="游ゴシック" panose="020B0400000000000000" pitchFamily="50" charset="-128"/>
                <a:cs typeface="ＭＳ Ｐゴシック" panose="020B0600070205080204" pitchFamily="50" charset="-128"/>
              </a:rPr>
              <a:t>あるいは</a:t>
            </a:r>
            <a:r>
              <a:rPr lang="en-US" altLang="ja-JP" sz="1400" dirty="0">
                <a:effectLst/>
                <a:latin typeface="游ゴシック" panose="020B0400000000000000" pitchFamily="50" charset="-128"/>
                <a:cs typeface="ＭＳ Ｐゴシック" panose="020B0600070205080204" pitchFamily="50" charset="-128"/>
              </a:rPr>
              <a:t>[Log</a:t>
            </a:r>
            <a:r>
              <a:rPr lang="ja-JP" altLang="en-US" sz="1400" dirty="0">
                <a:latin typeface="游ゴシック" panose="020B0400000000000000" pitchFamily="50" charset="-128"/>
                <a:cs typeface="ＭＳ Ｐゴシック" panose="020B0600070205080204" pitchFamily="50" charset="-128"/>
              </a:rPr>
              <a:t> </a:t>
            </a:r>
            <a:r>
              <a:rPr lang="en-US" altLang="ja-JP" sz="1400" dirty="0">
                <a:effectLst/>
                <a:latin typeface="游ゴシック" panose="020B0400000000000000" pitchFamily="50" charset="-128"/>
                <a:cs typeface="ＭＳ Ｐゴシック" panose="020B0600070205080204" pitchFamily="50" charset="-128"/>
              </a:rPr>
              <a:t>Time Information]</a:t>
            </a:r>
            <a:r>
              <a:rPr lang="ja-JP" altLang="en-US" sz="1400" dirty="0">
                <a:effectLst/>
                <a:latin typeface="游ゴシック" panose="020B0400000000000000" pitchFamily="50" charset="-128"/>
                <a:cs typeface="ＭＳ Ｐゴシック" panose="020B0600070205080204" pitchFamily="50" charset="-128"/>
              </a:rPr>
              <a:t>が</a:t>
            </a:r>
            <a:r>
              <a:rPr lang="en-US" altLang="ja-JP" sz="1400" dirty="0">
                <a:effectLst/>
                <a:latin typeface="游ゴシック" panose="020B0400000000000000" pitchFamily="50" charset="-128"/>
                <a:cs typeface="ＭＳ Ｐゴシック" panose="020B0600070205080204" pitchFamily="50" charset="-128"/>
              </a:rPr>
              <a:t>0xFFFFFFFE(Unknown)</a:t>
            </a:r>
            <a:r>
              <a:rPr lang="ja-JP" altLang="en-US" sz="1400" dirty="0">
                <a:effectLst/>
                <a:latin typeface="游ゴシック" panose="020B0400000000000000" pitchFamily="50" charset="-128"/>
                <a:cs typeface="ＭＳ Ｐゴシック" panose="020B0600070205080204" pitchFamily="50" charset="-128"/>
              </a:rPr>
              <a:t>の場合</a:t>
            </a:r>
            <a:endParaRPr lang="en-US" altLang="ja-JP" sz="1400" dirty="0">
              <a:effectLst/>
              <a:latin typeface="游ゴシック" panose="020B0400000000000000" pitchFamily="50" charset="-128"/>
              <a:cs typeface="ＭＳ Ｐゴシック" panose="020B0600070205080204" pitchFamily="50" charset="-128"/>
            </a:endParaRPr>
          </a:p>
          <a:p>
            <a:pPr lvl="4"/>
            <a:r>
              <a:rPr lang="ja-JP" altLang="en-US" sz="1400" dirty="0">
                <a:latin typeface="游ゴシック" panose="020B0400000000000000" pitchFamily="50" charset="-128"/>
                <a:cs typeface="ＭＳ Ｐゴシック" panose="020B0600070205080204" pitchFamily="50" charset="-128"/>
              </a:rPr>
              <a:t>バッテリーが取り外されている状態では</a:t>
            </a:r>
            <a:r>
              <a:rPr lang="en-US" altLang="ja-JP" sz="1400" dirty="0">
                <a:latin typeface="游ゴシック" panose="020B0400000000000000" pitchFamily="50" charset="-128"/>
                <a:cs typeface="ＭＳ Ｐゴシック" panose="020B0600070205080204" pitchFamily="50" charset="-128"/>
              </a:rPr>
              <a:t>Time Information</a:t>
            </a:r>
            <a:r>
              <a:rPr lang="ja-JP" altLang="en-US" sz="1400" dirty="0">
                <a:latin typeface="游ゴシック" panose="020B0400000000000000" pitchFamily="50" charset="-128"/>
                <a:cs typeface="ＭＳ Ｐゴシック" panose="020B0600070205080204" pitchFamily="50" charset="-128"/>
              </a:rPr>
              <a:t>が</a:t>
            </a:r>
            <a:r>
              <a:rPr lang="en-US" altLang="ja-JP" sz="1400" dirty="0">
                <a:latin typeface="游ゴシック" panose="020B0400000000000000" pitchFamily="50" charset="-128"/>
                <a:cs typeface="ＭＳ Ｐゴシック" panose="020B0600070205080204" pitchFamily="50" charset="-128"/>
              </a:rPr>
              <a:t>0xFFFFFFFE</a:t>
            </a:r>
            <a:r>
              <a:rPr lang="ja-JP" altLang="en-US" sz="1400" dirty="0">
                <a:latin typeface="游ゴシック" panose="020B0400000000000000" pitchFamily="50" charset="-128"/>
                <a:cs typeface="ＭＳ Ｐゴシック" panose="020B0600070205080204" pitchFamily="50" charset="-128"/>
              </a:rPr>
              <a:t>になります。</a:t>
            </a:r>
            <a:endParaRPr lang="en-US" altLang="ja-JP" sz="1400" dirty="0">
              <a:latin typeface="游ゴシック" panose="020B0400000000000000" pitchFamily="50" charset="-128"/>
              <a:cs typeface="ＭＳ Ｐゴシック" panose="020B0600070205080204" pitchFamily="50" charset="-128"/>
            </a:endParaRPr>
          </a:p>
          <a:p>
            <a:pPr lvl="4"/>
            <a:endParaRPr lang="en-US" altLang="ja-JP" sz="1000" dirty="0">
              <a:effectLst/>
              <a:latin typeface="游ゴシック" panose="020B0400000000000000" pitchFamily="50" charset="-128"/>
              <a:cs typeface="ＭＳ Ｐゴシック" panose="020B0600070205080204" pitchFamily="50" charset="-128"/>
            </a:endParaRPr>
          </a:p>
          <a:p>
            <a:pPr lvl="3"/>
            <a:r>
              <a:rPr lang="en-US" altLang="ja-JP" sz="1400" dirty="0">
                <a:effectLst/>
                <a:latin typeface="游ゴシック" panose="020B0400000000000000" pitchFamily="50" charset="-128"/>
                <a:cs typeface="ＭＳ Ｐゴシック" panose="020B0600070205080204" pitchFamily="50" charset="-128"/>
              </a:rPr>
              <a:t>[Current Time Information] &lt; [Log</a:t>
            </a:r>
            <a:r>
              <a:rPr lang="ja-JP" altLang="en-US" sz="1400" dirty="0">
                <a:latin typeface="游ゴシック" panose="020B0400000000000000" pitchFamily="50" charset="-128"/>
                <a:cs typeface="ＭＳ Ｐゴシック" panose="020B0600070205080204" pitchFamily="50" charset="-128"/>
              </a:rPr>
              <a:t> </a:t>
            </a:r>
            <a:r>
              <a:rPr lang="en-US" altLang="ja-JP" sz="1400" dirty="0">
                <a:effectLst/>
                <a:latin typeface="游ゴシック" panose="020B0400000000000000" pitchFamily="50" charset="-128"/>
                <a:cs typeface="ＭＳ Ｐゴシック" panose="020B0600070205080204" pitchFamily="50" charset="-128"/>
              </a:rPr>
              <a:t>Time Information]</a:t>
            </a:r>
            <a:r>
              <a:rPr lang="ja-JP" altLang="en-US" sz="1400" dirty="0">
                <a:effectLst/>
                <a:latin typeface="游ゴシック" panose="020B0400000000000000" pitchFamily="50" charset="-128"/>
                <a:cs typeface="ＭＳ Ｐゴシック" panose="020B0600070205080204" pitchFamily="50" charset="-128"/>
              </a:rPr>
              <a:t>の場合</a:t>
            </a:r>
            <a:endParaRPr lang="en-US" altLang="ja-JP" sz="1400" dirty="0">
              <a:effectLst/>
              <a:latin typeface="游ゴシック" panose="020B0400000000000000" pitchFamily="50" charset="-128"/>
              <a:cs typeface="ＭＳ Ｐゴシック" panose="020B0600070205080204" pitchFamily="50" charset="-128"/>
            </a:endParaRPr>
          </a:p>
          <a:p>
            <a:pPr lvl="4"/>
            <a:r>
              <a:rPr lang="ja-JP" altLang="en-US" sz="1400" dirty="0">
                <a:latin typeface="游ゴシック" panose="020B0400000000000000" pitchFamily="50" charset="-128"/>
                <a:cs typeface="ＭＳ Ｐゴシック" panose="020B0600070205080204" pitchFamily="50" charset="-128"/>
              </a:rPr>
              <a:t>基本的には遭遇しないはずですが、</a:t>
            </a:r>
            <a:r>
              <a:rPr lang="en-US" altLang="ja-JP" sz="1400" dirty="0">
                <a:latin typeface="游ゴシック" panose="020B0400000000000000" pitchFamily="50" charset="-128"/>
                <a:cs typeface="ＭＳ Ｐゴシック" panose="020B0600070205080204" pitchFamily="50" charset="-128"/>
              </a:rPr>
              <a:t> EC</a:t>
            </a:r>
            <a:r>
              <a:rPr lang="ja-JP" altLang="en-US" sz="1400" dirty="0">
                <a:latin typeface="游ゴシック" panose="020B0400000000000000" pitchFamily="50" charset="-128"/>
                <a:cs typeface="ＭＳ Ｐゴシック" panose="020B0600070205080204" pitchFamily="50" charset="-128"/>
              </a:rPr>
              <a:t>の電源が入ったまま新しいバッテリーに交換されると遭遇します。</a:t>
            </a:r>
            <a:endParaRPr lang="en-US" altLang="ja-JP" sz="1400" dirty="0">
              <a:latin typeface="游ゴシック" panose="020B0400000000000000" pitchFamily="50" charset="-128"/>
              <a:cs typeface="ＭＳ Ｐゴシック" panose="020B0600070205080204" pitchFamily="50" charset="-128"/>
            </a:endParaRPr>
          </a:p>
          <a:p>
            <a:pPr lvl="4"/>
            <a:endParaRPr lang="en-US" altLang="ja-JP" sz="1000" dirty="0">
              <a:effectLst/>
              <a:latin typeface="游ゴシック" panose="020B0400000000000000" pitchFamily="50" charset="-128"/>
              <a:cs typeface="ＭＳ Ｐゴシック" panose="020B0600070205080204" pitchFamily="50" charset="-128"/>
            </a:endParaRPr>
          </a:p>
          <a:p>
            <a:pPr lvl="3"/>
            <a:r>
              <a:rPr lang="ja-JP" altLang="en-US" sz="1400" dirty="0">
                <a:effectLst/>
                <a:latin typeface="游ゴシック" panose="020B0400000000000000" pitchFamily="50" charset="-128"/>
                <a:cs typeface="ＭＳ Ｐゴシック" panose="020B0600070205080204" pitchFamily="50" charset="-128"/>
              </a:rPr>
              <a:t>ログの</a:t>
            </a:r>
            <a:r>
              <a:rPr lang="en-US" altLang="ja-JP" sz="1400" dirty="0">
                <a:effectLst/>
                <a:latin typeface="游ゴシック" panose="020B0400000000000000" pitchFamily="50" charset="-128"/>
                <a:cs typeface="ＭＳ Ｐゴシック" panose="020B0600070205080204" pitchFamily="50" charset="-128"/>
              </a:rPr>
              <a:t>Parameter2</a:t>
            </a:r>
            <a:r>
              <a:rPr lang="ja-JP" altLang="en-US" sz="1400" dirty="0">
                <a:effectLst/>
                <a:latin typeface="游ゴシック" panose="020B0400000000000000" pitchFamily="50" charset="-128"/>
                <a:cs typeface="ＭＳ Ｐゴシック" panose="020B0600070205080204" pitchFamily="50" charset="-128"/>
              </a:rPr>
              <a:t>が</a:t>
            </a:r>
            <a:r>
              <a:rPr lang="en-US" altLang="ja-JP" sz="1400" dirty="0">
                <a:effectLst/>
                <a:latin typeface="游ゴシック" panose="020B0400000000000000" pitchFamily="50" charset="-128"/>
                <a:cs typeface="ＭＳ Ｐゴシック" panose="020B0600070205080204" pitchFamily="50" charset="-128"/>
              </a:rPr>
              <a:t>Time Information</a:t>
            </a:r>
            <a:r>
              <a:rPr lang="ja-JP" altLang="en-US" sz="1400" dirty="0">
                <a:effectLst/>
                <a:latin typeface="游ゴシック" panose="020B0400000000000000" pitchFamily="50" charset="-128"/>
                <a:cs typeface="ＭＳ Ｐゴシック" panose="020B0600070205080204" pitchFamily="50" charset="-128"/>
              </a:rPr>
              <a:t>として定義されていない</a:t>
            </a:r>
            <a:r>
              <a:rPr lang="ja-JP" altLang="en-US" sz="1400" dirty="0">
                <a:latin typeface="游ゴシック" panose="020B0400000000000000" pitchFamily="50" charset="-128"/>
                <a:cs typeface="ＭＳ Ｐゴシック" panose="020B0600070205080204" pitchFamily="50" charset="-128"/>
              </a:rPr>
              <a:t>場合</a:t>
            </a:r>
            <a:endParaRPr lang="en-US" altLang="ja-JP" sz="1400" dirty="0">
              <a:latin typeface="游ゴシック" panose="020B0400000000000000" pitchFamily="50" charset="-128"/>
              <a:cs typeface="ＭＳ Ｐゴシック" panose="020B0600070205080204" pitchFamily="50" charset="-128"/>
            </a:endParaRPr>
          </a:p>
          <a:p>
            <a:pPr lvl="4"/>
            <a:r>
              <a:rPr lang="ja-JP" altLang="en-US" sz="1400" dirty="0">
                <a:latin typeface="游ゴシック" panose="020B0400000000000000" pitchFamily="50" charset="-128"/>
                <a:cs typeface="ＭＳ Ｐゴシック" panose="020B0600070205080204" pitchFamily="50" charset="-128"/>
              </a:rPr>
              <a:t>現時点では</a:t>
            </a:r>
            <a:r>
              <a:rPr lang="en-US" altLang="ja-JP" sz="1400" dirty="0">
                <a:latin typeface="游ゴシック" panose="020B0400000000000000" pitchFamily="50" charset="-128"/>
                <a:cs typeface="ＭＳ Ｐゴシック" panose="020B0600070205080204" pitchFamily="50" charset="-128"/>
              </a:rPr>
              <a:t>Event Code 0xD8(Type-C Device identifier)</a:t>
            </a:r>
            <a:r>
              <a:rPr lang="ja-JP" altLang="en-US" sz="1400" dirty="0">
                <a:latin typeface="游ゴシック" panose="020B0400000000000000" pitchFamily="50" charset="-128"/>
                <a:cs typeface="ＭＳ Ｐゴシック" panose="020B0600070205080204" pitchFamily="50" charset="-128"/>
              </a:rPr>
              <a:t>の</a:t>
            </a:r>
            <a:r>
              <a:rPr lang="en-US" altLang="ja-JP" sz="1400" dirty="0">
                <a:latin typeface="游ゴシック" panose="020B0400000000000000" pitchFamily="50" charset="-128"/>
                <a:cs typeface="ＭＳ Ｐゴシック" panose="020B0600070205080204" pitchFamily="50" charset="-128"/>
              </a:rPr>
              <a:t>Log</a:t>
            </a:r>
            <a:r>
              <a:rPr lang="ja-JP" altLang="en-US" sz="1400" dirty="0">
                <a:latin typeface="游ゴシック" panose="020B0400000000000000" pitchFamily="50" charset="-128"/>
                <a:cs typeface="ＭＳ Ｐゴシック" panose="020B0600070205080204" pitchFamily="50" charset="-128"/>
              </a:rPr>
              <a:t>のみが該当します。</a:t>
            </a:r>
            <a:endParaRPr lang="en-US" altLang="ja-JP" sz="1400" dirty="0">
              <a:latin typeface="游ゴシック" panose="020B0400000000000000" pitchFamily="50" charset="-128"/>
              <a:cs typeface="ＭＳ Ｐゴシック" panose="020B0600070205080204" pitchFamily="50" charset="-128"/>
            </a:endParaRPr>
          </a:p>
        </p:txBody>
      </p:sp>
      <p:sp>
        <p:nvSpPr>
          <p:cNvPr id="4" name="スライド番号プレースホルダー 3">
            <a:extLst>
              <a:ext uri="{FF2B5EF4-FFF2-40B4-BE49-F238E27FC236}">
                <a16:creationId xmlns:a16="http://schemas.microsoft.com/office/drawing/2014/main" xmlns="" id="{C99ED748-B5DF-171A-7F69-63D9453E9069}"/>
              </a:ext>
            </a:extLst>
          </p:cNvPr>
          <p:cNvSpPr>
            <a:spLocks noGrp="1"/>
          </p:cNvSpPr>
          <p:nvPr>
            <p:ph type="sldNum" sz="quarter" idx="12"/>
          </p:nvPr>
        </p:nvSpPr>
        <p:spPr/>
        <p:txBody>
          <a:bodyPr/>
          <a:lstStyle/>
          <a:p>
            <a:fld id="{6C8F67FE-2B9A-CC4E-A2F4-02E44906EFCC}" type="slidenum">
              <a:rPr lang="ja-JP" altLang="en-US" smtClean="0"/>
              <a:pPr/>
              <a:t>7</a:t>
            </a:fld>
            <a:endParaRPr lang="ja-JP" altLang="en-US"/>
          </a:p>
        </p:txBody>
      </p:sp>
      <p:pic>
        <p:nvPicPr>
          <p:cNvPr id="6" name="図 5">
            <a:extLst>
              <a:ext uri="{FF2B5EF4-FFF2-40B4-BE49-F238E27FC236}">
                <a16:creationId xmlns:a16="http://schemas.microsoft.com/office/drawing/2014/main" xmlns="" id="{C2894D7B-DD6F-D77E-7F3A-850B86E40558}"/>
              </a:ext>
            </a:extLst>
          </p:cNvPr>
          <p:cNvPicPr>
            <a:picLocks noChangeAspect="1"/>
          </p:cNvPicPr>
          <p:nvPr/>
        </p:nvPicPr>
        <p:blipFill>
          <a:blip r:embed="rId2"/>
          <a:stretch>
            <a:fillRect/>
          </a:stretch>
        </p:blipFill>
        <p:spPr>
          <a:xfrm>
            <a:off x="3358342" y="5109217"/>
            <a:ext cx="3952701" cy="1120124"/>
          </a:xfrm>
          <a:prstGeom prst="rect">
            <a:avLst/>
          </a:prstGeom>
        </p:spPr>
      </p:pic>
    </p:spTree>
    <p:extLst>
      <p:ext uri="{BB962C8B-B14F-4D97-AF65-F5344CB8AC3E}">
        <p14:creationId xmlns:p14="http://schemas.microsoft.com/office/powerpoint/2010/main" val="1257374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xmlns="" id="{0D9067C2-8843-C37B-D78F-DD77EA5E2E1C}"/>
              </a:ext>
            </a:extLst>
          </p:cNvPr>
          <p:cNvSpPr>
            <a:spLocks noGrp="1"/>
          </p:cNvSpPr>
          <p:nvPr>
            <p:ph type="ctrTitle"/>
          </p:nvPr>
        </p:nvSpPr>
        <p:spPr>
          <a:xfrm>
            <a:off x="386542" y="153022"/>
            <a:ext cx="9144000" cy="746235"/>
          </a:xfrm>
        </p:spPr>
        <p:txBody>
          <a:bodyPr>
            <a:normAutofit/>
          </a:bodyPr>
          <a:lstStyle/>
          <a:p>
            <a:r>
              <a:rPr kumimoji="1" lang="en-US" altLang="ja-JP" dirty="0"/>
              <a:t>EC Logging Feature</a:t>
            </a:r>
            <a:endParaRPr kumimoji="1" lang="ja-JP" altLang="en-US" dirty="0"/>
          </a:p>
        </p:txBody>
      </p:sp>
      <p:sp>
        <p:nvSpPr>
          <p:cNvPr id="3" name="テキスト プレースホルダー 2">
            <a:extLst>
              <a:ext uri="{FF2B5EF4-FFF2-40B4-BE49-F238E27FC236}">
                <a16:creationId xmlns:a16="http://schemas.microsoft.com/office/drawing/2014/main" xmlns="" id="{01CE3832-0A19-E23D-ACE7-88A86BF18651}"/>
              </a:ext>
            </a:extLst>
          </p:cNvPr>
          <p:cNvSpPr>
            <a:spLocks noGrp="1"/>
          </p:cNvSpPr>
          <p:nvPr>
            <p:ph type="body" sz="quarter" idx="13"/>
          </p:nvPr>
        </p:nvSpPr>
        <p:spPr>
          <a:xfrm>
            <a:off x="386542" y="1193138"/>
            <a:ext cx="11774979" cy="5133108"/>
          </a:xfrm>
        </p:spPr>
        <p:txBody>
          <a:bodyPr>
            <a:normAutofit/>
          </a:bodyPr>
          <a:lstStyle/>
          <a:p>
            <a:r>
              <a:rPr lang="en-US" altLang="ja-JP" sz="1600" dirty="0">
                <a:latin typeface="游ゴシック" panose="020B0400000000000000" pitchFamily="50" charset="-128"/>
                <a:cs typeface="ＭＳ Ｐゴシック" panose="020B0600070205080204" pitchFamily="50" charset="-128"/>
              </a:rPr>
              <a:t>Utility</a:t>
            </a:r>
            <a:r>
              <a:rPr lang="ja-JP" altLang="en-US" sz="1600" dirty="0">
                <a:latin typeface="游ゴシック" panose="020B0400000000000000" pitchFamily="50" charset="-128"/>
                <a:cs typeface="ＭＳ Ｐゴシック" panose="020B0600070205080204" pitchFamily="50" charset="-128"/>
              </a:rPr>
              <a:t>への実装要求</a:t>
            </a:r>
            <a:endParaRPr lang="en-US" altLang="ja-JP" sz="1600" dirty="0">
              <a:latin typeface="游ゴシック" panose="020B0400000000000000" pitchFamily="50" charset="-128"/>
              <a:cs typeface="ＭＳ Ｐゴシック" panose="020B0600070205080204" pitchFamily="50" charset="-128"/>
            </a:endParaRPr>
          </a:p>
          <a:p>
            <a:pPr lvl="1"/>
            <a:r>
              <a:rPr lang="ja-JP" altLang="en-US" sz="1600" dirty="0">
                <a:effectLst/>
                <a:latin typeface="游ゴシック" panose="020B0400000000000000" pitchFamily="50" charset="-128"/>
                <a:cs typeface="ＭＳ Ｐゴシック" panose="020B0600070205080204" pitchFamily="50" charset="-128"/>
              </a:rPr>
              <a:t>テキストファイル出力処理</a:t>
            </a:r>
            <a:endParaRPr lang="en-US" altLang="ja-JP" sz="1600" dirty="0">
              <a:effectLst/>
              <a:latin typeface="游ゴシック" panose="020B0400000000000000" pitchFamily="50" charset="-128"/>
              <a:cs typeface="ＭＳ Ｐゴシック" panose="020B0600070205080204" pitchFamily="50" charset="-128"/>
            </a:endParaRPr>
          </a:p>
          <a:p>
            <a:pPr lvl="2"/>
            <a:r>
              <a:rPr lang="ja-JP" altLang="en-US" sz="1600" dirty="0">
                <a:latin typeface="游ゴシック" panose="020B0400000000000000" pitchFamily="50" charset="-128"/>
                <a:cs typeface="ＭＳ Ｐゴシック" panose="020B0600070205080204" pitchFamily="50" charset="-128"/>
              </a:rPr>
              <a:t>保存場所</a:t>
            </a:r>
            <a:endParaRPr lang="en-US" altLang="ja-JP" sz="1600" dirty="0">
              <a:latin typeface="游ゴシック" panose="020B0400000000000000" pitchFamily="50" charset="-128"/>
              <a:cs typeface="ＭＳ Ｐゴシック" panose="020B0600070205080204" pitchFamily="50" charset="-128"/>
            </a:endParaRPr>
          </a:p>
          <a:p>
            <a:pPr lvl="3"/>
            <a:r>
              <a:rPr lang="en-US" altLang="ja-JP" dirty="0">
                <a:latin typeface="游ゴシック" panose="020B0400000000000000" pitchFamily="50" charset="-128"/>
                <a:cs typeface="ＭＳ Ｐゴシック" panose="020B0600070205080204" pitchFamily="50" charset="-128"/>
              </a:rPr>
              <a:t>VCC</a:t>
            </a:r>
            <a:r>
              <a:rPr lang="ja-JP" altLang="en-US" dirty="0">
                <a:latin typeface="游ゴシック" panose="020B0400000000000000" pitchFamily="50" charset="-128"/>
                <a:cs typeface="ＭＳ Ｐゴシック" panose="020B0600070205080204" pitchFamily="50" charset="-128"/>
              </a:rPr>
              <a:t>の設定変更ログ機能でも</a:t>
            </a:r>
            <a:r>
              <a:rPr lang="en-US" altLang="ja-JP" dirty="0">
                <a:latin typeface="游ゴシック" panose="020B0400000000000000" pitchFamily="50" charset="-128"/>
                <a:cs typeface="ＭＳ Ｐゴシック" panose="020B0600070205080204" pitchFamily="50" charset="-128"/>
              </a:rPr>
              <a:t>Log</a:t>
            </a:r>
            <a:r>
              <a:rPr lang="ja-JP" altLang="en-US" dirty="0">
                <a:latin typeface="游ゴシック" panose="020B0400000000000000" pitchFamily="50" charset="-128"/>
                <a:cs typeface="ＭＳ Ｐゴシック" panose="020B0600070205080204" pitchFamily="50" charset="-128"/>
              </a:rPr>
              <a:t>フォルダを作成するようなので、そこと同じフォルダにします。</a:t>
            </a:r>
            <a:endParaRPr lang="en-US" altLang="ja-JP" dirty="0">
              <a:latin typeface="游ゴシック" panose="020B0400000000000000" pitchFamily="50" charset="-128"/>
              <a:cs typeface="ＭＳ Ｐゴシック" panose="020B0600070205080204" pitchFamily="50" charset="-128"/>
            </a:endParaRPr>
          </a:p>
          <a:p>
            <a:pPr lvl="3"/>
            <a:r>
              <a:rPr lang="ja-JP" altLang="en-US" dirty="0">
                <a:latin typeface="游ゴシック" panose="020B0400000000000000" pitchFamily="50" charset="-128"/>
                <a:cs typeface="ＭＳ Ｐゴシック" panose="020B0600070205080204" pitchFamily="50" charset="-128"/>
              </a:rPr>
              <a:t>テキストファイルは</a:t>
            </a:r>
            <a:r>
              <a:rPr lang="en-US" altLang="ja-JP" dirty="0">
                <a:latin typeface="游ゴシック" panose="020B0400000000000000" pitchFamily="50" charset="-128"/>
                <a:cs typeface="ＭＳ Ｐゴシック" panose="020B0600070205080204" pitchFamily="50" charset="-128"/>
              </a:rPr>
              <a:t>BIOS</a:t>
            </a:r>
            <a:r>
              <a:rPr lang="ja-JP" altLang="en-US" dirty="0">
                <a:latin typeface="游ゴシック" panose="020B0400000000000000" pitchFamily="50" charset="-128"/>
                <a:cs typeface="ＭＳ Ｐゴシック" panose="020B0600070205080204" pitchFamily="50" charset="-128"/>
              </a:rPr>
              <a:t>バージョン毎に月単位で分けて保存してください。</a:t>
            </a:r>
            <a:endParaRPr lang="en-US" altLang="ja-JP" dirty="0">
              <a:latin typeface="游ゴシック" panose="020B0400000000000000" pitchFamily="50" charset="-128"/>
              <a:cs typeface="ＭＳ Ｐゴシック" panose="020B0600070205080204" pitchFamily="50" charset="-128"/>
            </a:endParaRPr>
          </a:p>
          <a:p>
            <a:pPr lvl="4"/>
            <a:r>
              <a:rPr lang="en-US" altLang="ja-JP" sz="1400" dirty="0"/>
              <a:t>%</a:t>
            </a:r>
            <a:r>
              <a:rPr lang="en-US" altLang="ja-JP" sz="1400" dirty="0" err="1"/>
              <a:t>ProgramData</a:t>
            </a:r>
            <a:r>
              <a:rPr lang="en-US" altLang="ja-JP" sz="1400" dirty="0"/>
              <a:t>%\VAIO Corporation\VAIO Control Center\Log</a:t>
            </a:r>
            <a:r>
              <a:rPr lang="en-US" altLang="ja-JP" sz="1400"/>
              <a:t>\BIOSLog_[</a:t>
            </a:r>
            <a:r>
              <a:rPr lang="en-US" altLang="ja-JP" sz="1400" dirty="0"/>
              <a:t>BIOSVersion]_[YYYYMM].txt</a:t>
            </a:r>
            <a:endParaRPr lang="en-US" altLang="ja-JP" sz="1400" dirty="0">
              <a:latin typeface="游ゴシック" panose="020B0400000000000000" pitchFamily="50" charset="-128"/>
              <a:cs typeface="ＭＳ Ｐゴシック" panose="020B0600070205080204" pitchFamily="50" charset="-128"/>
            </a:endParaRPr>
          </a:p>
          <a:p>
            <a:pPr lvl="2"/>
            <a:endParaRPr lang="en-US" altLang="ja-JP" sz="1600" dirty="0">
              <a:latin typeface="游ゴシック" panose="020B0400000000000000" pitchFamily="50" charset="-128"/>
              <a:cs typeface="ＭＳ Ｐゴシック" panose="020B0600070205080204" pitchFamily="50" charset="-128"/>
            </a:endParaRPr>
          </a:p>
          <a:p>
            <a:pPr lvl="2"/>
            <a:r>
              <a:rPr lang="ja-JP" altLang="en-US" sz="1600" dirty="0">
                <a:latin typeface="游ゴシック" panose="020B0400000000000000" pitchFamily="50" charset="-128"/>
                <a:cs typeface="ＭＳ Ｐゴシック" panose="020B0600070205080204" pitchFamily="50" charset="-128"/>
              </a:rPr>
              <a:t>出力フォーマット</a:t>
            </a:r>
            <a:endParaRPr lang="en-US" altLang="ja-JP" sz="1600" dirty="0">
              <a:latin typeface="游ゴシック" panose="020B0400000000000000" pitchFamily="50" charset="-128"/>
              <a:cs typeface="ＭＳ Ｐゴシック" panose="020B0600070205080204" pitchFamily="50" charset="-128"/>
            </a:endParaRPr>
          </a:p>
          <a:p>
            <a:pPr lvl="3"/>
            <a:r>
              <a:rPr lang="ja-JP" altLang="en-US" sz="1400" dirty="0">
                <a:latin typeface="游ゴシック" panose="020B0400000000000000" pitchFamily="50" charset="-128"/>
                <a:cs typeface="ＭＳ Ｐゴシック" panose="020B0600070205080204" pitchFamily="50" charset="-128"/>
              </a:rPr>
              <a:t>重複していない新規ログは下記のフォーマットでテキストファイルに追記出力してください。</a:t>
            </a:r>
            <a:endParaRPr lang="en-US" altLang="ja-JP" sz="1400" dirty="0">
              <a:latin typeface="游ゴシック" panose="020B0400000000000000" pitchFamily="50" charset="-128"/>
              <a:cs typeface="ＭＳ Ｐゴシック" panose="020B0600070205080204" pitchFamily="50" charset="-128"/>
            </a:endParaRPr>
          </a:p>
          <a:p>
            <a:pPr lvl="3"/>
            <a:r>
              <a:rPr lang="ja-JP" altLang="en-US" sz="1400" dirty="0">
                <a:latin typeface="游ゴシック" panose="020B0400000000000000" pitchFamily="50" charset="-128"/>
                <a:cs typeface="ＭＳ Ｐゴシック" panose="020B0600070205080204" pitchFamily="50" charset="-128"/>
              </a:rPr>
              <a:t>下記の各列はカンマで区切って出力してください。</a:t>
            </a:r>
            <a:endParaRPr lang="en-US" altLang="ja-JP" sz="1400" dirty="0">
              <a:latin typeface="游ゴシック" panose="020B0400000000000000" pitchFamily="50" charset="-128"/>
              <a:cs typeface="ＭＳ Ｐゴシック" panose="020B0600070205080204" pitchFamily="50" charset="-128"/>
            </a:endParaRPr>
          </a:p>
          <a:p>
            <a:pPr lvl="2"/>
            <a:endParaRPr lang="en-US" altLang="ja-JP" sz="1600" dirty="0">
              <a:latin typeface="游ゴシック" panose="020B0400000000000000" pitchFamily="50" charset="-128"/>
              <a:cs typeface="ＭＳ Ｐゴシック" panose="020B0600070205080204" pitchFamily="50" charset="-128"/>
            </a:endParaRPr>
          </a:p>
          <a:p>
            <a:pPr lvl="2"/>
            <a:endParaRPr lang="en-US" altLang="ja-JP" sz="1600" dirty="0">
              <a:latin typeface="游ゴシック" panose="020B0400000000000000" pitchFamily="50" charset="-128"/>
              <a:cs typeface="ＭＳ Ｐゴシック" panose="020B0600070205080204" pitchFamily="50" charset="-128"/>
            </a:endParaRPr>
          </a:p>
          <a:p>
            <a:pPr lvl="2"/>
            <a:endParaRPr lang="en-US" altLang="ja-JP" sz="1600" dirty="0">
              <a:latin typeface="游ゴシック" panose="020B0400000000000000" pitchFamily="50" charset="-128"/>
              <a:cs typeface="ＭＳ Ｐゴシック" panose="020B0600070205080204" pitchFamily="50" charset="-128"/>
            </a:endParaRPr>
          </a:p>
          <a:p>
            <a:pPr lvl="2"/>
            <a:endParaRPr lang="en-US" altLang="ja-JP" sz="1600" dirty="0">
              <a:latin typeface="游ゴシック" panose="020B0400000000000000" pitchFamily="50" charset="-128"/>
              <a:cs typeface="ＭＳ Ｐゴシック" panose="020B0600070205080204" pitchFamily="50" charset="-128"/>
            </a:endParaRPr>
          </a:p>
          <a:p>
            <a:pPr lvl="3"/>
            <a:r>
              <a:rPr lang="ja-JP" altLang="en-US" dirty="0">
                <a:latin typeface="游ゴシック" panose="020B0400000000000000" pitchFamily="50" charset="-128"/>
                <a:cs typeface="ＭＳ Ｐゴシック" panose="020B0600070205080204" pitchFamily="50" charset="-128"/>
              </a:rPr>
              <a:t>例</a:t>
            </a:r>
            <a:endParaRPr lang="en-US" altLang="ja-JP" dirty="0">
              <a:latin typeface="游ゴシック" panose="020B0400000000000000" pitchFamily="50" charset="-128"/>
              <a:cs typeface="ＭＳ Ｐゴシック" panose="020B0600070205080204" pitchFamily="50" charset="-128"/>
            </a:endParaRPr>
          </a:p>
          <a:p>
            <a:pPr lvl="4"/>
            <a:r>
              <a:rPr lang="en-US" altLang="ja-JP" dirty="0">
                <a:latin typeface="游ゴシック" panose="020B0400000000000000" pitchFamily="50" charset="-128"/>
                <a:cs typeface="ＭＳ Ｐゴシック" panose="020B0600070205080204" pitchFamily="50" charset="-128"/>
              </a:rPr>
              <a:t>2024/03/13 08:19:08, 2024/03/13 08:19:10, DD 01 70 28 DB 00</a:t>
            </a:r>
          </a:p>
          <a:p>
            <a:pPr lvl="4"/>
            <a:r>
              <a:rPr lang="en-US" altLang="ja-JP" dirty="0">
                <a:latin typeface="游ゴシック" panose="020B0400000000000000" pitchFamily="50" charset="-128"/>
                <a:cs typeface="ＭＳ Ｐゴシック" panose="020B0600070205080204" pitchFamily="50" charset="-128"/>
              </a:rPr>
              <a:t>, 2024/03/14 12:11:16, DD 00 FE EE </a:t>
            </a:r>
            <a:r>
              <a:rPr lang="en-US" altLang="ja-JP" dirty="0" err="1">
                <a:latin typeface="游ゴシック" panose="020B0400000000000000" pitchFamily="50" charset="-128"/>
                <a:cs typeface="ＭＳ Ｐゴシック" panose="020B0600070205080204" pitchFamily="50" charset="-128"/>
              </a:rPr>
              <a:t>EE</a:t>
            </a:r>
            <a:r>
              <a:rPr lang="en-US" altLang="ja-JP" dirty="0">
                <a:latin typeface="游ゴシック" panose="020B0400000000000000" pitchFamily="50" charset="-128"/>
                <a:cs typeface="ＭＳ Ｐゴシック" panose="020B0600070205080204" pitchFamily="50" charset="-128"/>
              </a:rPr>
              <a:t> </a:t>
            </a:r>
            <a:r>
              <a:rPr lang="en-US" altLang="ja-JP" dirty="0" err="1">
                <a:latin typeface="游ゴシック" panose="020B0400000000000000" pitchFamily="50" charset="-128"/>
                <a:cs typeface="ＭＳ Ｐゴシック" panose="020B0600070205080204" pitchFamily="50" charset="-128"/>
              </a:rPr>
              <a:t>EE</a:t>
            </a:r>
            <a:r>
              <a:rPr lang="en-US" altLang="ja-JP" dirty="0">
                <a:latin typeface="游ゴシック" panose="020B0400000000000000" pitchFamily="50" charset="-128"/>
                <a:cs typeface="ＭＳ Ｐゴシック" panose="020B0600070205080204" pitchFamily="50" charset="-128"/>
              </a:rPr>
              <a:t>, (Time Information</a:t>
            </a:r>
            <a:r>
              <a:rPr lang="ja-JP" altLang="en-US" dirty="0">
                <a:latin typeface="游ゴシック" panose="020B0400000000000000" pitchFamily="50" charset="-128"/>
                <a:cs typeface="ＭＳ Ｐゴシック" panose="020B0600070205080204" pitchFamily="50" charset="-128"/>
              </a:rPr>
              <a:t>が</a:t>
            </a:r>
            <a:r>
              <a:rPr lang="en-US" altLang="ja-JP" dirty="0">
                <a:latin typeface="游ゴシック" panose="020B0400000000000000" pitchFamily="50" charset="-128"/>
                <a:cs typeface="ＭＳ Ｐゴシック" panose="020B0600070205080204" pitchFamily="50" charset="-128"/>
              </a:rPr>
              <a:t>Unknown</a:t>
            </a:r>
            <a:r>
              <a:rPr lang="ja-JP" altLang="en-US" dirty="0">
                <a:latin typeface="游ゴシック" panose="020B0400000000000000" pitchFamily="50" charset="-128"/>
                <a:cs typeface="ＭＳ Ｐゴシック" panose="020B0600070205080204" pitchFamily="50" charset="-128"/>
              </a:rPr>
              <a:t>の場合は</a:t>
            </a:r>
            <a:r>
              <a:rPr lang="en-US" altLang="ja-JP" dirty="0">
                <a:latin typeface="游ゴシック" panose="020B0400000000000000" pitchFamily="50" charset="-128"/>
                <a:cs typeface="ＭＳ Ｐゴシック" panose="020B0600070205080204" pitchFamily="50" charset="-128"/>
              </a:rPr>
              <a:t>[</a:t>
            </a:r>
            <a:r>
              <a:rPr lang="ja-JP" altLang="en-US" dirty="0">
                <a:latin typeface="游ゴシック" panose="020B0400000000000000" pitchFamily="50" charset="-128"/>
                <a:cs typeface="ＭＳ Ｐゴシック" panose="020B0600070205080204" pitchFamily="50" charset="-128"/>
              </a:rPr>
              <a:t>イベント発生日時</a:t>
            </a:r>
            <a:r>
              <a:rPr lang="en-US" altLang="ja-JP" dirty="0">
                <a:latin typeface="游ゴシック" panose="020B0400000000000000" pitchFamily="50" charset="-128"/>
                <a:cs typeface="ＭＳ Ｐゴシック" panose="020B0600070205080204" pitchFamily="50" charset="-128"/>
              </a:rPr>
              <a:t>]</a:t>
            </a:r>
            <a:r>
              <a:rPr lang="ja-JP" altLang="en-US" dirty="0">
                <a:latin typeface="游ゴシック" panose="020B0400000000000000" pitchFamily="50" charset="-128"/>
                <a:cs typeface="ＭＳ Ｐゴシック" panose="020B0600070205080204" pitchFamily="50" charset="-128"/>
              </a:rPr>
              <a:t>は無し</a:t>
            </a:r>
            <a:r>
              <a:rPr lang="en-US" altLang="ja-JP" dirty="0">
                <a:latin typeface="游ゴシック" panose="020B0400000000000000" pitchFamily="50" charset="-128"/>
                <a:cs typeface="ＭＳ Ｐゴシック" panose="020B0600070205080204" pitchFamily="50" charset="-128"/>
              </a:rPr>
              <a:t>)</a:t>
            </a:r>
          </a:p>
        </p:txBody>
      </p:sp>
      <p:sp>
        <p:nvSpPr>
          <p:cNvPr id="4" name="スライド番号プレースホルダー 3">
            <a:extLst>
              <a:ext uri="{FF2B5EF4-FFF2-40B4-BE49-F238E27FC236}">
                <a16:creationId xmlns:a16="http://schemas.microsoft.com/office/drawing/2014/main" xmlns="" id="{C99ED748-B5DF-171A-7F69-63D9453E9069}"/>
              </a:ext>
            </a:extLst>
          </p:cNvPr>
          <p:cNvSpPr>
            <a:spLocks noGrp="1"/>
          </p:cNvSpPr>
          <p:nvPr>
            <p:ph type="sldNum" sz="quarter" idx="12"/>
          </p:nvPr>
        </p:nvSpPr>
        <p:spPr/>
        <p:txBody>
          <a:bodyPr/>
          <a:lstStyle/>
          <a:p>
            <a:fld id="{6C8F67FE-2B9A-CC4E-A2F4-02E44906EFCC}" type="slidenum">
              <a:rPr lang="ja-JP" altLang="en-US" smtClean="0"/>
              <a:pPr/>
              <a:t>8</a:t>
            </a:fld>
            <a:endParaRPr lang="ja-JP" altLang="en-US"/>
          </a:p>
        </p:txBody>
      </p:sp>
      <p:graphicFrame>
        <p:nvGraphicFramePr>
          <p:cNvPr id="5" name="表 4">
            <a:extLst>
              <a:ext uri="{FF2B5EF4-FFF2-40B4-BE49-F238E27FC236}">
                <a16:creationId xmlns:a16="http://schemas.microsoft.com/office/drawing/2014/main" xmlns="" id="{62CABBD4-18AE-E381-4337-75FA929FF81F}"/>
              </a:ext>
            </a:extLst>
          </p:cNvPr>
          <p:cNvGraphicFramePr>
            <a:graphicFrameLocks noGrp="1"/>
          </p:cNvGraphicFramePr>
          <p:nvPr>
            <p:extLst>
              <p:ext uri="{D42A27DB-BD31-4B8C-83A1-F6EECF244321}">
                <p14:modId xmlns:p14="http://schemas.microsoft.com/office/powerpoint/2010/main" val="2281953970"/>
              </p:ext>
            </p:extLst>
          </p:nvPr>
        </p:nvGraphicFramePr>
        <p:xfrm>
          <a:off x="2131752" y="4299526"/>
          <a:ext cx="7294961" cy="1036320"/>
        </p:xfrm>
        <a:graphic>
          <a:graphicData uri="http://schemas.openxmlformats.org/drawingml/2006/table">
            <a:tbl>
              <a:tblPr firstRow="1" bandRow="1"/>
              <a:tblGrid>
                <a:gridCol w="801396">
                  <a:extLst>
                    <a:ext uri="{9D8B030D-6E8A-4147-A177-3AD203B41FA5}">
                      <a16:colId xmlns:a16="http://schemas.microsoft.com/office/drawing/2014/main" xmlns="" val="1115399305"/>
                    </a:ext>
                  </a:extLst>
                </a:gridCol>
                <a:gridCol w="2456069">
                  <a:extLst>
                    <a:ext uri="{9D8B030D-6E8A-4147-A177-3AD203B41FA5}">
                      <a16:colId xmlns:a16="http://schemas.microsoft.com/office/drawing/2014/main" xmlns="" val="704582096"/>
                    </a:ext>
                  </a:extLst>
                </a:gridCol>
                <a:gridCol w="2438400">
                  <a:extLst>
                    <a:ext uri="{9D8B030D-6E8A-4147-A177-3AD203B41FA5}">
                      <a16:colId xmlns:a16="http://schemas.microsoft.com/office/drawing/2014/main" xmlns="" val="4257406034"/>
                    </a:ext>
                  </a:extLst>
                </a:gridCol>
                <a:gridCol w="1599096">
                  <a:extLst>
                    <a:ext uri="{9D8B030D-6E8A-4147-A177-3AD203B41FA5}">
                      <a16:colId xmlns:a16="http://schemas.microsoft.com/office/drawing/2014/main" xmlns="" val="2333147614"/>
                    </a:ext>
                  </a:extLst>
                </a:gridCol>
              </a:tblGrid>
              <a:tr h="370840">
                <a:tc>
                  <a:txBody>
                    <a:bodyPr/>
                    <a:lstStyle/>
                    <a:p>
                      <a:pPr algn="ctr"/>
                      <a:endParaRPr kumimoji="1" lang="ja-JP" altLang="en-US" sz="1400" dirty="0"/>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400" dirty="0">
                          <a:effectLst/>
                          <a:latin typeface="游ゴシック" panose="020B0400000000000000" pitchFamily="50" charset="-128"/>
                          <a:cs typeface="ＭＳ Ｐゴシック" panose="020B0600070205080204" pitchFamily="50" charset="-128"/>
                        </a:rPr>
                        <a:t>[</a:t>
                      </a:r>
                      <a:r>
                        <a:rPr lang="ja-JP" altLang="en-US" sz="1400" dirty="0">
                          <a:effectLst/>
                          <a:latin typeface="游ゴシック" panose="020B0400000000000000" pitchFamily="50" charset="-128"/>
                          <a:cs typeface="ＭＳ Ｐゴシック" panose="020B0600070205080204" pitchFamily="50" charset="-128"/>
                        </a:rPr>
                        <a:t>イベント発生日時</a:t>
                      </a:r>
                      <a:r>
                        <a:rPr lang="en-US" altLang="ja-JP" sz="1400" dirty="0">
                          <a:effectLst/>
                          <a:latin typeface="游ゴシック" panose="020B0400000000000000" pitchFamily="50" charset="-128"/>
                          <a:cs typeface="ＭＳ Ｐゴシック" panose="020B0600070205080204" pitchFamily="50" charset="-128"/>
                        </a:rPr>
                        <a:t>] </a:t>
                      </a:r>
                      <a:endParaRPr kumimoji="1" lang="ja-JP" altLang="en-US" sz="1400" dirty="0"/>
                    </a:p>
                  </a:txBody>
                  <a:tcPr anchor="ctr">
                    <a:solidFill>
                      <a:schemeClr val="accent6">
                        <a:lumMod val="20000"/>
                        <a:lumOff val="80000"/>
                      </a:schemeClr>
                    </a:solidFill>
                  </a:tcPr>
                </a:tc>
                <a:tc>
                  <a:txBody>
                    <a:bodyPr/>
                    <a:lstStyle/>
                    <a:p>
                      <a:pPr algn="ctr"/>
                      <a:r>
                        <a:rPr kumimoji="1" lang="ja-JP" altLang="en-US" sz="1400" dirty="0"/>
                        <a:t>テキストファイル保存日時</a:t>
                      </a:r>
                    </a:p>
                  </a:txBody>
                  <a:tcPr anchor="ctr">
                    <a:solidFill>
                      <a:schemeClr val="accent6">
                        <a:lumMod val="20000"/>
                        <a:lumOff val="80000"/>
                      </a:schemeClr>
                    </a:solidFill>
                  </a:tcPr>
                </a:tc>
                <a:tc>
                  <a:txBody>
                    <a:bodyPr/>
                    <a:lstStyle/>
                    <a:p>
                      <a:pPr algn="ctr"/>
                      <a:r>
                        <a:rPr kumimoji="1" lang="en-US" altLang="ja-JP" sz="1400" dirty="0"/>
                        <a:t>EC Log </a:t>
                      </a:r>
                    </a:p>
                    <a:p>
                      <a:pPr algn="ctr"/>
                      <a:r>
                        <a:rPr kumimoji="1" lang="en-US" altLang="ja-JP" sz="1400" dirty="0"/>
                        <a:t>Raw Data</a:t>
                      </a:r>
                      <a:endParaRPr kumimoji="1" lang="ja-JP" altLang="en-US" sz="1400" dirty="0"/>
                    </a:p>
                  </a:txBody>
                  <a:tcPr anchor="ctr">
                    <a:solidFill>
                      <a:schemeClr val="accent6">
                        <a:lumMod val="20000"/>
                        <a:lumOff val="80000"/>
                      </a:schemeClr>
                    </a:solidFill>
                  </a:tcPr>
                </a:tc>
                <a:extLst>
                  <a:ext uri="{0D108BD9-81ED-4DB2-BD59-A6C34878D82A}">
                    <a16:rowId xmlns:a16="http://schemas.microsoft.com/office/drawing/2014/main" xmlns="" val="1214457263"/>
                  </a:ext>
                </a:extLst>
              </a:tr>
              <a:tr h="370840">
                <a:tc>
                  <a:txBody>
                    <a:bodyPr/>
                    <a:lstStyle/>
                    <a:p>
                      <a:pPr algn="ctr"/>
                      <a:r>
                        <a:rPr kumimoji="1" lang="en-US" altLang="ja-JP" sz="1200" dirty="0"/>
                        <a:t>Format</a:t>
                      </a:r>
                      <a:endParaRPr kumimoji="1" lang="ja-JP" altLang="en-US" sz="1200" dirty="0"/>
                    </a:p>
                  </a:txBody>
                  <a:tcPr anchor="ctr">
                    <a:solidFill>
                      <a:schemeClr val="accent6">
                        <a:lumMod val="20000"/>
                        <a:lumOff val="80000"/>
                      </a:schemeClr>
                    </a:solidFill>
                  </a:tcPr>
                </a:tc>
                <a:tc>
                  <a:txBody>
                    <a:bodyPr/>
                    <a:lstStyle/>
                    <a:p>
                      <a:pPr algn="ctr"/>
                      <a:r>
                        <a:rPr lang="en-US" altLang="ja-JP" sz="1400" dirty="0">
                          <a:effectLst/>
                          <a:latin typeface="游ゴシック" panose="020B0400000000000000" pitchFamily="50" charset="-128"/>
                          <a:cs typeface="ＭＳ Ｐゴシック" panose="020B0600070205080204" pitchFamily="50" charset="-128"/>
                        </a:rPr>
                        <a:t>YYYY/MM/DD </a:t>
                      </a:r>
                      <a:r>
                        <a:rPr lang="en-US" altLang="ja-JP" sz="1400" dirty="0" err="1">
                          <a:effectLst/>
                          <a:latin typeface="游ゴシック" panose="020B0400000000000000" pitchFamily="50" charset="-128"/>
                          <a:cs typeface="ＭＳ Ｐゴシック" panose="020B0600070205080204" pitchFamily="50" charset="-128"/>
                        </a:rPr>
                        <a:t>hh:mm:ss</a:t>
                      </a:r>
                      <a:r>
                        <a:rPr lang="en-US" altLang="ja-JP" sz="1400" dirty="0">
                          <a:effectLst/>
                          <a:latin typeface="游ゴシック" panose="020B0400000000000000" pitchFamily="50" charset="-128"/>
                          <a:cs typeface="ＭＳ Ｐゴシック" panose="020B0600070205080204" pitchFamily="50" charset="-128"/>
                        </a:rPr>
                        <a:t> </a:t>
                      </a:r>
                      <a:endParaRPr kumimoji="1" lang="ja-JP" alt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400" dirty="0">
                          <a:effectLst/>
                          <a:latin typeface="游ゴシック" panose="020B0400000000000000" pitchFamily="50" charset="-128"/>
                          <a:cs typeface="ＭＳ Ｐゴシック" panose="020B0600070205080204" pitchFamily="50" charset="-128"/>
                        </a:rPr>
                        <a:t>YYYY/MM/DD </a:t>
                      </a:r>
                      <a:r>
                        <a:rPr lang="en-US" altLang="ja-JP" sz="1400" dirty="0" err="1">
                          <a:effectLst/>
                          <a:latin typeface="游ゴシック" panose="020B0400000000000000" pitchFamily="50" charset="-128"/>
                          <a:cs typeface="ＭＳ Ｐゴシック" panose="020B0600070205080204" pitchFamily="50" charset="-128"/>
                        </a:rPr>
                        <a:t>hh:mm:ss</a:t>
                      </a:r>
                      <a:r>
                        <a:rPr lang="en-US" altLang="ja-JP" sz="1400" dirty="0">
                          <a:effectLst/>
                          <a:latin typeface="游ゴシック" panose="020B0400000000000000" pitchFamily="50" charset="-128"/>
                          <a:cs typeface="ＭＳ Ｐゴシック" panose="020B0600070205080204" pitchFamily="50" charset="-128"/>
                        </a:rPr>
                        <a:t> </a:t>
                      </a:r>
                      <a:endParaRPr kumimoji="1" lang="ja-JP" altLang="en-US" sz="1400" dirty="0"/>
                    </a:p>
                  </a:txBody>
                  <a:tcPr anchor="ctr"/>
                </a:tc>
                <a:tc>
                  <a:txBody>
                    <a:bodyPr/>
                    <a:lstStyle/>
                    <a:p>
                      <a:pPr algn="ctr"/>
                      <a:r>
                        <a:rPr kumimoji="1" lang="en-US" altLang="ja-JP" sz="1400" dirty="0"/>
                        <a:t>Binary</a:t>
                      </a:r>
                    </a:p>
                    <a:p>
                      <a:pPr algn="ctr"/>
                      <a:r>
                        <a:rPr kumimoji="1" lang="en-US" altLang="ja-JP" sz="1400" dirty="0"/>
                        <a:t>(hex)</a:t>
                      </a:r>
                      <a:endParaRPr kumimoji="1" lang="ja-JP" altLang="en-US" sz="1400" dirty="0"/>
                    </a:p>
                  </a:txBody>
                  <a:tcPr anchor="ctr"/>
                </a:tc>
                <a:extLst>
                  <a:ext uri="{0D108BD9-81ED-4DB2-BD59-A6C34878D82A}">
                    <a16:rowId xmlns:a16="http://schemas.microsoft.com/office/drawing/2014/main" xmlns="" val="256121640"/>
                  </a:ext>
                </a:extLst>
              </a:tr>
            </a:tbl>
          </a:graphicData>
        </a:graphic>
      </p:graphicFrame>
      <p:sp>
        <p:nvSpPr>
          <p:cNvPr id="8" name="テキスト ボックス 7">
            <a:extLst>
              <a:ext uri="{FF2B5EF4-FFF2-40B4-BE49-F238E27FC236}">
                <a16:creationId xmlns:a16="http://schemas.microsoft.com/office/drawing/2014/main" xmlns="" id="{8FDCB359-728F-81E8-EB54-7F3DD36D71C7}"/>
              </a:ext>
            </a:extLst>
          </p:cNvPr>
          <p:cNvSpPr txBox="1"/>
          <p:nvPr/>
        </p:nvSpPr>
        <p:spPr>
          <a:xfrm>
            <a:off x="7843058" y="2921320"/>
            <a:ext cx="2942706" cy="453647"/>
          </a:xfrm>
          <a:prstGeom prst="rect">
            <a:avLst/>
          </a:prstGeom>
        </p:spPr>
        <p:txBody>
          <a:bodyPr vert="horz" wrap="none" lIns="91440" tIns="45720" rIns="91440" bIns="45720" rtlCol="0" anchor="ctr">
            <a:normAutofit/>
          </a:bodyPr>
          <a:lstStyle/>
          <a:p>
            <a:pPr algn="ctr"/>
            <a:r>
              <a:rPr kumimoji="1" lang="en-US" altLang="ja-JP" sz="1400" b="1" dirty="0">
                <a:latin typeface="+mn-ea"/>
              </a:rPr>
              <a:t>(</a:t>
            </a:r>
            <a:r>
              <a:rPr kumimoji="1" lang="ja-JP" altLang="en-US" sz="1400" b="1" dirty="0">
                <a:latin typeface="+mn-ea"/>
              </a:rPr>
              <a:t>例</a:t>
            </a:r>
            <a:r>
              <a:rPr kumimoji="1" lang="en-US" altLang="ja-JP" sz="1400" b="1" dirty="0">
                <a:latin typeface="+mn-ea"/>
              </a:rPr>
              <a:t>: BIOSLog_R0181ST</a:t>
            </a:r>
            <a:r>
              <a:rPr lang="en-US" altLang="ja-JP" sz="1400" b="1" dirty="0">
                <a:latin typeface="+mn-ea"/>
              </a:rPr>
              <a:t>_</a:t>
            </a:r>
            <a:r>
              <a:rPr kumimoji="1" lang="en-US" altLang="ja-JP" sz="1400" b="1" dirty="0">
                <a:latin typeface="+mn-ea"/>
              </a:rPr>
              <a:t>202403.txt)</a:t>
            </a:r>
            <a:endParaRPr kumimoji="1" lang="ja-JP" altLang="en-US" sz="1400" b="1" dirty="0">
              <a:latin typeface="+mn-ea"/>
            </a:endParaRPr>
          </a:p>
        </p:txBody>
      </p:sp>
    </p:spTree>
    <p:extLst>
      <p:ext uri="{BB962C8B-B14F-4D97-AF65-F5344CB8AC3E}">
        <p14:creationId xmlns:p14="http://schemas.microsoft.com/office/powerpoint/2010/main" val="2484045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正方形/長方形 24">
            <a:extLst>
              <a:ext uri="{FF2B5EF4-FFF2-40B4-BE49-F238E27FC236}">
                <a16:creationId xmlns:a16="http://schemas.microsoft.com/office/drawing/2014/main" xmlns="" id="{737A4C57-2724-DC18-E2BE-34BDEB6C00BA}"/>
              </a:ext>
            </a:extLst>
          </p:cNvPr>
          <p:cNvSpPr/>
          <p:nvPr/>
        </p:nvSpPr>
        <p:spPr>
          <a:xfrm>
            <a:off x="10809816" y="4787900"/>
            <a:ext cx="148825" cy="1287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スライド番号プレースホルダー 3">
            <a:extLst>
              <a:ext uri="{FF2B5EF4-FFF2-40B4-BE49-F238E27FC236}">
                <a16:creationId xmlns:a16="http://schemas.microsoft.com/office/drawing/2014/main" xmlns="" id="{CE5C9457-DAEE-F906-819A-5FEAB52B3192}"/>
              </a:ext>
            </a:extLst>
          </p:cNvPr>
          <p:cNvSpPr>
            <a:spLocks noGrp="1"/>
          </p:cNvSpPr>
          <p:nvPr>
            <p:ph type="sldNum" sz="quarter" idx="12"/>
          </p:nvPr>
        </p:nvSpPr>
        <p:spPr/>
        <p:txBody>
          <a:bodyPr/>
          <a:lstStyle/>
          <a:p>
            <a:fld id="{6C8F67FE-2B9A-CC4E-A2F4-02E44906EFCC}" type="slidenum">
              <a:rPr lang="ja-JP" altLang="en-US" smtClean="0"/>
              <a:pPr/>
              <a:t>9</a:t>
            </a:fld>
            <a:endParaRPr lang="ja-JP" altLang="en-US"/>
          </a:p>
        </p:txBody>
      </p:sp>
      <p:sp>
        <p:nvSpPr>
          <p:cNvPr id="5" name="タイトル 1">
            <a:extLst>
              <a:ext uri="{FF2B5EF4-FFF2-40B4-BE49-F238E27FC236}">
                <a16:creationId xmlns:a16="http://schemas.microsoft.com/office/drawing/2014/main" xmlns="" id="{6DD31CD9-A66A-0199-BED5-F942C163A158}"/>
              </a:ext>
            </a:extLst>
          </p:cNvPr>
          <p:cNvSpPr>
            <a:spLocks noGrp="1"/>
          </p:cNvSpPr>
          <p:nvPr>
            <p:ph type="ctrTitle"/>
          </p:nvPr>
        </p:nvSpPr>
        <p:spPr>
          <a:xfrm>
            <a:off x="386542" y="153022"/>
            <a:ext cx="9144000" cy="746235"/>
          </a:xfrm>
        </p:spPr>
        <p:txBody>
          <a:bodyPr>
            <a:normAutofit/>
          </a:bodyPr>
          <a:lstStyle/>
          <a:p>
            <a:r>
              <a:rPr kumimoji="1" lang="en-US" altLang="ja-JP" dirty="0"/>
              <a:t>Flow Chart</a:t>
            </a:r>
            <a:endParaRPr kumimoji="1" lang="ja-JP" altLang="en-US" dirty="0"/>
          </a:p>
        </p:txBody>
      </p:sp>
      <p:sp>
        <p:nvSpPr>
          <p:cNvPr id="8" name="正方形/長方形 7">
            <a:extLst>
              <a:ext uri="{FF2B5EF4-FFF2-40B4-BE49-F238E27FC236}">
                <a16:creationId xmlns:a16="http://schemas.microsoft.com/office/drawing/2014/main" xmlns="" id="{E201AD48-3C3D-6FCC-3B85-0532C26B6813}"/>
              </a:ext>
            </a:extLst>
          </p:cNvPr>
          <p:cNvSpPr/>
          <p:nvPr/>
        </p:nvSpPr>
        <p:spPr>
          <a:xfrm>
            <a:off x="2464904" y="1033670"/>
            <a:ext cx="1303132" cy="400509"/>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100" kern="0" dirty="0">
                <a:solidFill>
                  <a:prstClr val="black"/>
                </a:solidFill>
                <a:latin typeface="游ゴシック" panose="020F0502020204030204"/>
                <a:ea typeface="游ゴシック" panose="020B0400000000000000" pitchFamily="50" charset="-128"/>
              </a:rPr>
              <a:t>Start VES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100" kern="0" dirty="0">
                <a:solidFill>
                  <a:prstClr val="black"/>
                </a:solidFill>
                <a:latin typeface="游ゴシック" panose="020F0502020204030204"/>
                <a:ea typeface="游ゴシック" panose="020B0400000000000000" pitchFamily="50" charset="-128"/>
              </a:rPr>
              <a:t>(Boot Windows) </a:t>
            </a:r>
            <a:endParaRPr kumimoji="0" lang="ja-JP" altLang="en-US" sz="110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9" name="正方形/長方形 8">
            <a:extLst>
              <a:ext uri="{FF2B5EF4-FFF2-40B4-BE49-F238E27FC236}">
                <a16:creationId xmlns:a16="http://schemas.microsoft.com/office/drawing/2014/main" xmlns="" id="{0B570A59-B363-C5F1-B4FE-1FF39B0A8A06}"/>
              </a:ext>
            </a:extLst>
          </p:cNvPr>
          <p:cNvSpPr/>
          <p:nvPr/>
        </p:nvSpPr>
        <p:spPr>
          <a:xfrm>
            <a:off x="3923742" y="1033670"/>
            <a:ext cx="1168401" cy="400509"/>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100" kern="0" dirty="0">
                <a:solidFill>
                  <a:prstClr val="black"/>
                </a:solidFill>
                <a:latin typeface="游ゴシック" panose="020F0502020204030204"/>
                <a:ea typeface="游ゴシック" panose="020B0400000000000000" pitchFamily="50" charset="-128"/>
              </a:rPr>
              <a:t>Resume from </a:t>
            </a:r>
            <a:r>
              <a:rPr kumimoji="0" lang="en-US" altLang="ja-JP" sz="1100" kern="0" dirty="0" err="1">
                <a:solidFill>
                  <a:prstClr val="black"/>
                </a:solidFill>
                <a:latin typeface="游ゴシック" panose="020F0502020204030204"/>
                <a:ea typeface="游ゴシック" panose="020B0400000000000000" pitchFamily="50" charset="-128"/>
              </a:rPr>
              <a:t>ModS</a:t>
            </a:r>
            <a:r>
              <a:rPr kumimoji="0" lang="en-US" altLang="ja-JP" sz="1100" kern="0" dirty="0">
                <a:solidFill>
                  <a:prstClr val="black"/>
                </a:solidFill>
                <a:latin typeface="游ゴシック" panose="020F0502020204030204"/>
                <a:ea typeface="游ゴシック" panose="020B0400000000000000" pitchFamily="50" charset="-128"/>
              </a:rPr>
              <a:t>/Hib</a:t>
            </a:r>
            <a:endParaRPr kumimoji="0" lang="ja-JP" altLang="en-US" sz="110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10" name="正方形/長方形 9">
            <a:extLst>
              <a:ext uri="{FF2B5EF4-FFF2-40B4-BE49-F238E27FC236}">
                <a16:creationId xmlns:a16="http://schemas.microsoft.com/office/drawing/2014/main" xmlns="" id="{C33C2B72-E43C-A542-44E7-BB083A1EF19F}"/>
              </a:ext>
            </a:extLst>
          </p:cNvPr>
          <p:cNvSpPr/>
          <p:nvPr/>
        </p:nvSpPr>
        <p:spPr>
          <a:xfrm>
            <a:off x="5247862" y="1033670"/>
            <a:ext cx="1033670" cy="400509"/>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100" kern="0" dirty="0">
                <a:solidFill>
                  <a:prstClr val="black"/>
                </a:solidFill>
                <a:latin typeface="游ゴシック" panose="020F0502020204030204"/>
                <a:ea typeface="游ゴシック" panose="020B0400000000000000" pitchFamily="50" charset="-128"/>
              </a:rPr>
              <a:t>SNCX Event</a:t>
            </a:r>
            <a:endParaRPr kumimoji="0" lang="ja-JP" altLang="en-US" sz="110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12" name="正方形/長方形 11">
            <a:extLst>
              <a:ext uri="{FF2B5EF4-FFF2-40B4-BE49-F238E27FC236}">
                <a16:creationId xmlns:a16="http://schemas.microsoft.com/office/drawing/2014/main" xmlns="" id="{EB463F18-F109-D669-D655-1F0EF7B496F4}"/>
              </a:ext>
            </a:extLst>
          </p:cNvPr>
          <p:cNvSpPr/>
          <p:nvPr/>
        </p:nvSpPr>
        <p:spPr>
          <a:xfrm>
            <a:off x="3792791" y="3233342"/>
            <a:ext cx="1430311" cy="365983"/>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Calculate Log Order</a:t>
            </a:r>
          </a:p>
        </p:txBody>
      </p:sp>
      <p:sp>
        <p:nvSpPr>
          <p:cNvPr id="13" name="正方形/長方形 12">
            <a:extLst>
              <a:ext uri="{FF2B5EF4-FFF2-40B4-BE49-F238E27FC236}">
                <a16:creationId xmlns:a16="http://schemas.microsoft.com/office/drawing/2014/main" xmlns="" id="{A8617861-C429-44CD-0AA0-18869DDA28B4}"/>
              </a:ext>
            </a:extLst>
          </p:cNvPr>
          <p:cNvSpPr/>
          <p:nvPr/>
        </p:nvSpPr>
        <p:spPr>
          <a:xfrm>
            <a:off x="6151330" y="2724014"/>
            <a:ext cx="1236870" cy="331723"/>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Wait 3 Sec</a:t>
            </a:r>
          </a:p>
        </p:txBody>
      </p:sp>
      <p:sp>
        <p:nvSpPr>
          <p:cNvPr id="15" name="フローチャート: 判断 14">
            <a:extLst>
              <a:ext uri="{FF2B5EF4-FFF2-40B4-BE49-F238E27FC236}">
                <a16:creationId xmlns:a16="http://schemas.microsoft.com/office/drawing/2014/main" xmlns="" id="{1922B61D-85A6-A346-15C7-0FCACE8B46AE}"/>
              </a:ext>
            </a:extLst>
          </p:cNvPr>
          <p:cNvSpPr/>
          <p:nvPr/>
        </p:nvSpPr>
        <p:spPr>
          <a:xfrm>
            <a:off x="3111635" y="2157910"/>
            <a:ext cx="2792625" cy="731966"/>
          </a:xfrm>
          <a:prstGeom prst="flowChartDecision">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Double Check Process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kern="0" dirty="0">
                <a:solidFill>
                  <a:prstClr val="black"/>
                </a:solidFill>
                <a:latin typeface="游ゴシック" panose="020F0502020204030204"/>
                <a:ea typeface="游ゴシック" panose="020B0400000000000000" pitchFamily="50" charset="-128"/>
              </a:rPr>
              <a:t>(Call command 11h twice with 100msec interval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kern="0" dirty="0">
                <a:solidFill>
                  <a:prstClr val="black"/>
                </a:solidFill>
                <a:latin typeface="游ゴシック" panose="020F0502020204030204"/>
                <a:ea typeface="游ゴシック" panose="020B0400000000000000" pitchFamily="50" charset="-128"/>
              </a:rPr>
              <a:t>and check if results are same)</a:t>
            </a:r>
            <a:endParaRPr kumimoji="0" lang="en-US" altLang="ja-JP" sz="90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cxnSp>
        <p:nvCxnSpPr>
          <p:cNvPr id="17" name="コネクタ: カギ線 16">
            <a:extLst>
              <a:ext uri="{FF2B5EF4-FFF2-40B4-BE49-F238E27FC236}">
                <a16:creationId xmlns:a16="http://schemas.microsoft.com/office/drawing/2014/main" xmlns="" id="{D68A0DC5-326C-1655-042B-0C552C64705B}"/>
              </a:ext>
            </a:extLst>
          </p:cNvPr>
          <p:cNvCxnSpPr>
            <a:cxnSpLocks/>
            <a:stCxn id="8" idx="2"/>
            <a:endCxn id="15" idx="0"/>
          </p:cNvCxnSpPr>
          <p:nvPr/>
        </p:nvCxnSpPr>
        <p:spPr>
          <a:xfrm rot="16200000" flipH="1">
            <a:off x="3450344" y="1100305"/>
            <a:ext cx="723731" cy="1391478"/>
          </a:xfrm>
          <a:prstGeom prst="bentConnector3">
            <a:avLst>
              <a:gd name="adj1" fmla="val 2852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9" name="コネクタ: カギ線 18">
            <a:extLst>
              <a:ext uri="{FF2B5EF4-FFF2-40B4-BE49-F238E27FC236}">
                <a16:creationId xmlns:a16="http://schemas.microsoft.com/office/drawing/2014/main" xmlns="" id="{49FDDD57-3468-8E8F-1366-07D77A2B25D3}"/>
              </a:ext>
            </a:extLst>
          </p:cNvPr>
          <p:cNvCxnSpPr>
            <a:cxnSpLocks/>
            <a:stCxn id="10" idx="2"/>
            <a:endCxn id="15" idx="0"/>
          </p:cNvCxnSpPr>
          <p:nvPr/>
        </p:nvCxnSpPr>
        <p:spPr>
          <a:xfrm rot="5400000">
            <a:off x="4774458" y="1167670"/>
            <a:ext cx="723731" cy="1256749"/>
          </a:xfrm>
          <a:prstGeom prst="bentConnector3">
            <a:avLst>
              <a:gd name="adj1" fmla="val 28637"/>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1" name="直線矢印コネクタ 20">
            <a:extLst>
              <a:ext uri="{FF2B5EF4-FFF2-40B4-BE49-F238E27FC236}">
                <a16:creationId xmlns:a16="http://schemas.microsoft.com/office/drawing/2014/main" xmlns="" id="{390150A5-D79B-E3E7-BBE4-81BC59CD2F29}"/>
              </a:ext>
            </a:extLst>
          </p:cNvPr>
          <p:cNvCxnSpPr>
            <a:cxnSpLocks/>
            <a:stCxn id="9" idx="2"/>
            <a:endCxn id="15" idx="0"/>
          </p:cNvCxnSpPr>
          <p:nvPr/>
        </p:nvCxnSpPr>
        <p:spPr>
          <a:xfrm>
            <a:off x="4507943" y="1434179"/>
            <a:ext cx="5" cy="72373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6" name="コネクタ: カギ線 25">
            <a:extLst>
              <a:ext uri="{FF2B5EF4-FFF2-40B4-BE49-F238E27FC236}">
                <a16:creationId xmlns:a16="http://schemas.microsoft.com/office/drawing/2014/main" xmlns="" id="{E7A9842F-227B-BD1A-1F93-F041EB2C37C6}"/>
              </a:ext>
            </a:extLst>
          </p:cNvPr>
          <p:cNvCxnSpPr>
            <a:cxnSpLocks/>
            <a:stCxn id="15" idx="3"/>
            <a:endCxn id="13" idx="0"/>
          </p:cNvCxnSpPr>
          <p:nvPr/>
        </p:nvCxnSpPr>
        <p:spPr>
          <a:xfrm>
            <a:off x="5904260" y="2523893"/>
            <a:ext cx="865505" cy="200121"/>
          </a:xfrm>
          <a:prstGeom prst="bentConnector2">
            <a:avLst/>
          </a:prstGeom>
          <a:ln>
            <a:tailEnd type="triangle"/>
          </a:ln>
        </p:spPr>
        <p:style>
          <a:lnRef idx="2">
            <a:schemeClr val="accent2"/>
          </a:lnRef>
          <a:fillRef idx="0">
            <a:schemeClr val="accent2"/>
          </a:fillRef>
          <a:effectRef idx="1">
            <a:schemeClr val="accent2"/>
          </a:effectRef>
          <a:fontRef idx="minor">
            <a:schemeClr val="tx1"/>
          </a:fontRef>
        </p:style>
      </p:cxnSp>
      <p:sp>
        <p:nvSpPr>
          <p:cNvPr id="27" name="フローチャート: 判断 26">
            <a:extLst>
              <a:ext uri="{FF2B5EF4-FFF2-40B4-BE49-F238E27FC236}">
                <a16:creationId xmlns:a16="http://schemas.microsoft.com/office/drawing/2014/main" xmlns="" id="{50173EC8-989C-85E7-47A6-4C9F30BBFC56}"/>
              </a:ext>
            </a:extLst>
          </p:cNvPr>
          <p:cNvSpPr/>
          <p:nvPr/>
        </p:nvSpPr>
        <p:spPr>
          <a:xfrm>
            <a:off x="8211142" y="3273333"/>
            <a:ext cx="1535044" cy="665507"/>
          </a:xfrm>
          <a:prstGeom prst="flowChartDecision">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lIns="0" tIns="5400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Check retry count</a:t>
            </a:r>
          </a:p>
        </p:txBody>
      </p:sp>
      <p:cxnSp>
        <p:nvCxnSpPr>
          <p:cNvPr id="29" name="直線矢印コネクタ 28">
            <a:extLst>
              <a:ext uri="{FF2B5EF4-FFF2-40B4-BE49-F238E27FC236}">
                <a16:creationId xmlns:a16="http://schemas.microsoft.com/office/drawing/2014/main" xmlns="" id="{C2E36B6A-7A57-4814-DFD5-649978561AE8}"/>
              </a:ext>
            </a:extLst>
          </p:cNvPr>
          <p:cNvCxnSpPr>
            <a:cxnSpLocks/>
            <a:stCxn id="13" idx="2"/>
            <a:endCxn id="70" idx="0"/>
          </p:cNvCxnSpPr>
          <p:nvPr/>
        </p:nvCxnSpPr>
        <p:spPr>
          <a:xfrm>
            <a:off x="6769765" y="3055737"/>
            <a:ext cx="0" cy="21579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40" name="テキスト ボックス 39">
            <a:extLst>
              <a:ext uri="{FF2B5EF4-FFF2-40B4-BE49-F238E27FC236}">
                <a16:creationId xmlns:a16="http://schemas.microsoft.com/office/drawing/2014/main" xmlns="" id="{DC704934-57C9-E1AE-48FF-8F36178722BF}"/>
              </a:ext>
            </a:extLst>
          </p:cNvPr>
          <p:cNvSpPr txBox="1"/>
          <p:nvPr/>
        </p:nvSpPr>
        <p:spPr>
          <a:xfrm>
            <a:off x="5436015" y="2218022"/>
            <a:ext cx="1033670" cy="331722"/>
          </a:xfrm>
          <a:prstGeom prst="rect">
            <a:avLst/>
          </a:prstGeom>
        </p:spPr>
        <p:txBody>
          <a:bodyPr vert="horz" wrap="none" lIns="91440" tIns="45720" rIns="91440" bIns="45720" rtlCol="0" anchor="ctr">
            <a:normAutofit/>
          </a:bodyPr>
          <a:lstStyle/>
          <a:p>
            <a:pPr algn="ctr"/>
            <a:r>
              <a:rPr kumimoji="1" lang="en-US" altLang="ja-JP" sz="1400" b="1" dirty="0">
                <a:latin typeface="+mn-ea"/>
              </a:rPr>
              <a:t>NG</a:t>
            </a:r>
            <a:endParaRPr kumimoji="1" lang="ja-JP" altLang="en-US" sz="1400" b="1" dirty="0">
              <a:latin typeface="+mn-ea"/>
            </a:endParaRPr>
          </a:p>
        </p:txBody>
      </p:sp>
      <p:sp>
        <p:nvSpPr>
          <p:cNvPr id="41" name="テキスト ボックス 40">
            <a:extLst>
              <a:ext uri="{FF2B5EF4-FFF2-40B4-BE49-F238E27FC236}">
                <a16:creationId xmlns:a16="http://schemas.microsoft.com/office/drawing/2014/main" xmlns="" id="{5EB53D76-C46E-FAD4-230D-6E4F3387B373}"/>
              </a:ext>
            </a:extLst>
          </p:cNvPr>
          <p:cNvSpPr txBox="1"/>
          <p:nvPr/>
        </p:nvSpPr>
        <p:spPr>
          <a:xfrm>
            <a:off x="4190441" y="2821376"/>
            <a:ext cx="1033670" cy="331722"/>
          </a:xfrm>
          <a:prstGeom prst="rect">
            <a:avLst/>
          </a:prstGeom>
        </p:spPr>
        <p:txBody>
          <a:bodyPr vert="horz" wrap="none" lIns="91440" tIns="45720" rIns="91440" bIns="45720" rtlCol="0" anchor="ctr">
            <a:normAutofit/>
          </a:bodyPr>
          <a:lstStyle/>
          <a:p>
            <a:pPr algn="ctr"/>
            <a:r>
              <a:rPr kumimoji="1" lang="en-US" altLang="ja-JP" sz="1400" b="1" dirty="0">
                <a:latin typeface="+mn-ea"/>
              </a:rPr>
              <a:t>OK</a:t>
            </a:r>
            <a:endParaRPr kumimoji="1" lang="ja-JP" altLang="en-US" sz="1400" b="1" dirty="0">
              <a:latin typeface="+mn-ea"/>
            </a:endParaRPr>
          </a:p>
        </p:txBody>
      </p:sp>
      <p:cxnSp>
        <p:nvCxnSpPr>
          <p:cNvPr id="44" name="コネクタ: カギ線 43">
            <a:extLst>
              <a:ext uri="{FF2B5EF4-FFF2-40B4-BE49-F238E27FC236}">
                <a16:creationId xmlns:a16="http://schemas.microsoft.com/office/drawing/2014/main" xmlns="" id="{AEA71A1D-8D88-1595-45B2-8E473B2008D3}"/>
              </a:ext>
            </a:extLst>
          </p:cNvPr>
          <p:cNvCxnSpPr>
            <a:cxnSpLocks/>
            <a:stCxn id="27" idx="3"/>
            <a:endCxn id="15" idx="0"/>
          </p:cNvCxnSpPr>
          <p:nvPr/>
        </p:nvCxnSpPr>
        <p:spPr>
          <a:xfrm flipH="1" flipV="1">
            <a:off x="4507948" y="2157910"/>
            <a:ext cx="5238238" cy="1448177"/>
          </a:xfrm>
          <a:prstGeom prst="bentConnector4">
            <a:avLst>
              <a:gd name="adj1" fmla="val -4364"/>
              <a:gd name="adj2" fmla="val 115785"/>
            </a:avLst>
          </a:prstGeom>
          <a:ln>
            <a:tailEnd type="triangle"/>
          </a:ln>
        </p:spPr>
        <p:style>
          <a:lnRef idx="2">
            <a:schemeClr val="accent2"/>
          </a:lnRef>
          <a:fillRef idx="0">
            <a:schemeClr val="accent2"/>
          </a:fillRef>
          <a:effectRef idx="1">
            <a:schemeClr val="accent2"/>
          </a:effectRef>
          <a:fontRef idx="minor">
            <a:schemeClr val="tx1"/>
          </a:fontRef>
        </p:style>
      </p:cxnSp>
      <p:sp>
        <p:nvSpPr>
          <p:cNvPr id="50" name="テキスト ボックス 49">
            <a:extLst>
              <a:ext uri="{FF2B5EF4-FFF2-40B4-BE49-F238E27FC236}">
                <a16:creationId xmlns:a16="http://schemas.microsoft.com/office/drawing/2014/main" xmlns="" id="{93C14525-C41E-6249-1DDE-EFB1A04C4582}"/>
              </a:ext>
            </a:extLst>
          </p:cNvPr>
          <p:cNvSpPr txBox="1"/>
          <p:nvPr/>
        </p:nvSpPr>
        <p:spPr>
          <a:xfrm>
            <a:off x="8514747" y="3892023"/>
            <a:ext cx="1033670" cy="331722"/>
          </a:xfrm>
          <a:prstGeom prst="rect">
            <a:avLst/>
          </a:prstGeom>
        </p:spPr>
        <p:txBody>
          <a:bodyPr vert="horz" wrap="none" lIns="91440" tIns="45720" rIns="91440" bIns="45720" rtlCol="0" anchor="ctr">
            <a:normAutofit/>
          </a:bodyPr>
          <a:lstStyle/>
          <a:p>
            <a:pPr algn="ctr"/>
            <a:r>
              <a:rPr kumimoji="1" lang="en-US" altLang="ja-JP" sz="1200" b="1" dirty="0">
                <a:latin typeface="+mn-ea"/>
              </a:rPr>
              <a:t>&gt; 10 times</a:t>
            </a:r>
            <a:endParaRPr kumimoji="1" lang="ja-JP" altLang="en-US" sz="1200" b="1" dirty="0">
              <a:latin typeface="+mn-ea"/>
            </a:endParaRPr>
          </a:p>
        </p:txBody>
      </p:sp>
      <p:cxnSp>
        <p:nvCxnSpPr>
          <p:cNvPr id="56" name="直線矢印コネクタ 55">
            <a:extLst>
              <a:ext uri="{FF2B5EF4-FFF2-40B4-BE49-F238E27FC236}">
                <a16:creationId xmlns:a16="http://schemas.microsoft.com/office/drawing/2014/main" xmlns="" id="{25415443-0FF1-4641-91BC-E66F67C5093B}"/>
              </a:ext>
            </a:extLst>
          </p:cNvPr>
          <p:cNvCxnSpPr>
            <a:cxnSpLocks/>
            <a:stCxn id="15" idx="2"/>
            <a:endCxn id="12" idx="0"/>
          </p:cNvCxnSpPr>
          <p:nvPr/>
        </p:nvCxnSpPr>
        <p:spPr>
          <a:xfrm flipH="1">
            <a:off x="4507947" y="2889876"/>
            <a:ext cx="1" cy="34346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60" name="テキスト ボックス 59">
            <a:extLst>
              <a:ext uri="{FF2B5EF4-FFF2-40B4-BE49-F238E27FC236}">
                <a16:creationId xmlns:a16="http://schemas.microsoft.com/office/drawing/2014/main" xmlns="" id="{480E12F4-EF1C-FB21-3329-787985E0B7CB}"/>
              </a:ext>
            </a:extLst>
          </p:cNvPr>
          <p:cNvSpPr txBox="1"/>
          <p:nvPr/>
        </p:nvSpPr>
        <p:spPr>
          <a:xfrm>
            <a:off x="9480038" y="3261981"/>
            <a:ext cx="1033670" cy="331722"/>
          </a:xfrm>
          <a:prstGeom prst="rect">
            <a:avLst/>
          </a:prstGeom>
        </p:spPr>
        <p:txBody>
          <a:bodyPr vert="horz" wrap="none" lIns="91440" tIns="45720" rIns="91440" bIns="45720" rtlCol="0" anchor="ctr">
            <a:normAutofit/>
          </a:bodyPr>
          <a:lstStyle/>
          <a:p>
            <a:pPr algn="ctr"/>
            <a:r>
              <a:rPr kumimoji="1" lang="en-US" altLang="ja-JP" sz="1200" b="1" dirty="0">
                <a:latin typeface="+mn-ea"/>
              </a:rPr>
              <a:t>&lt; =10 times</a:t>
            </a:r>
            <a:endParaRPr kumimoji="1" lang="ja-JP" altLang="en-US" sz="1200" b="1" dirty="0">
              <a:latin typeface="+mn-ea"/>
            </a:endParaRPr>
          </a:p>
        </p:txBody>
      </p:sp>
      <p:sp>
        <p:nvSpPr>
          <p:cNvPr id="70" name="フローチャート: 判断 69">
            <a:extLst>
              <a:ext uri="{FF2B5EF4-FFF2-40B4-BE49-F238E27FC236}">
                <a16:creationId xmlns:a16="http://schemas.microsoft.com/office/drawing/2014/main" xmlns="" id="{F6A0461C-E7B3-CC69-BCF7-AE7B65112A58}"/>
              </a:ext>
            </a:extLst>
          </p:cNvPr>
          <p:cNvSpPr/>
          <p:nvPr/>
        </p:nvSpPr>
        <p:spPr>
          <a:xfrm>
            <a:off x="5769936" y="3271532"/>
            <a:ext cx="1999658" cy="673797"/>
          </a:xfrm>
          <a:prstGeom prst="flowChartDecision">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Check Next Event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kern="0" dirty="0">
                <a:solidFill>
                  <a:prstClr val="black"/>
                </a:solidFill>
                <a:latin typeface="游ゴシック" panose="020F0502020204030204"/>
                <a:ea typeface="游ゴシック" panose="020B0400000000000000" pitchFamily="50" charset="-128"/>
              </a:rPr>
              <a:t>(SNCX event or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kern="0" dirty="0">
                <a:solidFill>
                  <a:prstClr val="black"/>
                </a:solidFill>
                <a:latin typeface="游ゴシック" panose="020F0502020204030204"/>
                <a:ea typeface="游ゴシック" panose="020B0400000000000000" pitchFamily="50" charset="-128"/>
              </a:rPr>
              <a:t>resume from </a:t>
            </a:r>
            <a:r>
              <a:rPr kumimoji="0" lang="en-US" altLang="ja-JP" sz="900" kern="0" dirty="0" err="1">
                <a:solidFill>
                  <a:prstClr val="black"/>
                </a:solidFill>
                <a:latin typeface="游ゴシック" panose="020F0502020204030204"/>
                <a:ea typeface="游ゴシック" panose="020B0400000000000000" pitchFamily="50" charset="-128"/>
              </a:rPr>
              <a:t>ModS</a:t>
            </a:r>
            <a:r>
              <a:rPr kumimoji="0" lang="en-US" altLang="ja-JP" sz="900" kern="0" dirty="0">
                <a:solidFill>
                  <a:prstClr val="black"/>
                </a:solidFill>
                <a:latin typeface="游ゴシック" panose="020F0502020204030204"/>
                <a:ea typeface="游ゴシック" panose="020B0400000000000000" pitchFamily="50" charset="-128"/>
              </a:rPr>
              <a:t>/Hib)</a:t>
            </a:r>
            <a:endParaRPr kumimoji="0" lang="en-US" altLang="ja-JP" sz="90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cxnSp>
        <p:nvCxnSpPr>
          <p:cNvPr id="84" name="直線矢印コネクタ 83">
            <a:extLst>
              <a:ext uri="{FF2B5EF4-FFF2-40B4-BE49-F238E27FC236}">
                <a16:creationId xmlns:a16="http://schemas.microsoft.com/office/drawing/2014/main" xmlns="" id="{F095B031-5C80-4865-28AB-5514A45E1990}"/>
              </a:ext>
            </a:extLst>
          </p:cNvPr>
          <p:cNvCxnSpPr>
            <a:cxnSpLocks/>
            <a:stCxn id="70" idx="3"/>
            <a:endCxn id="27" idx="1"/>
          </p:cNvCxnSpPr>
          <p:nvPr/>
        </p:nvCxnSpPr>
        <p:spPr>
          <a:xfrm flipV="1">
            <a:off x="7769594" y="3606087"/>
            <a:ext cx="441548" cy="234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85" name="正方形/長方形 84">
            <a:extLst>
              <a:ext uri="{FF2B5EF4-FFF2-40B4-BE49-F238E27FC236}">
                <a16:creationId xmlns:a16="http://schemas.microsoft.com/office/drawing/2014/main" xmlns="" id="{6EF181C6-5542-CE56-1F7E-7143B5072327}"/>
              </a:ext>
            </a:extLst>
          </p:cNvPr>
          <p:cNvSpPr/>
          <p:nvPr/>
        </p:nvSpPr>
        <p:spPr>
          <a:xfrm>
            <a:off x="8211142" y="4326985"/>
            <a:ext cx="1535045" cy="365983"/>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Stop </a:t>
            </a:r>
            <a:r>
              <a:rPr kumimoji="0" lang="en-US" altLang="ja-JP" sz="1050" kern="0" dirty="0">
                <a:solidFill>
                  <a:prstClr val="black"/>
                </a:solidFill>
                <a:latin typeface="游ゴシック" panose="020F0502020204030204"/>
                <a:ea typeface="游ゴシック" panose="020B0400000000000000" pitchFamily="50" charset="-128"/>
              </a:rPr>
              <a:t>retry</a:t>
            </a:r>
            <a:r>
              <a:rPr kumimoji="0" lang="en-US" altLang="ja-JP" sz="105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process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and wait next event</a:t>
            </a:r>
          </a:p>
        </p:txBody>
      </p:sp>
      <p:sp>
        <p:nvSpPr>
          <p:cNvPr id="92" name="テキスト ボックス 91">
            <a:extLst>
              <a:ext uri="{FF2B5EF4-FFF2-40B4-BE49-F238E27FC236}">
                <a16:creationId xmlns:a16="http://schemas.microsoft.com/office/drawing/2014/main" xmlns="" id="{00D73130-1C7D-9FD3-F933-54F639F4D8A6}"/>
              </a:ext>
            </a:extLst>
          </p:cNvPr>
          <p:cNvSpPr txBox="1"/>
          <p:nvPr/>
        </p:nvSpPr>
        <p:spPr>
          <a:xfrm>
            <a:off x="7294950" y="3196710"/>
            <a:ext cx="949290" cy="410549"/>
          </a:xfrm>
          <a:prstGeom prst="rect">
            <a:avLst/>
          </a:prstGeom>
        </p:spPr>
        <p:txBody>
          <a:bodyPr vert="horz" wrap="none" lIns="91440" tIns="45720" rIns="91440" bIns="45720" rtlCol="0" anchor="ctr">
            <a:normAutofit/>
          </a:bodyPr>
          <a:lstStyle/>
          <a:p>
            <a:pPr algn="ctr"/>
            <a:r>
              <a:rPr kumimoji="1" lang="en-US" altLang="ja-JP" sz="1200" b="1" dirty="0">
                <a:latin typeface="+mn-ea"/>
              </a:rPr>
              <a:t>No Event</a:t>
            </a:r>
            <a:endParaRPr kumimoji="1" lang="ja-JP" altLang="en-US" sz="1200" b="1" dirty="0">
              <a:latin typeface="+mn-ea"/>
            </a:endParaRPr>
          </a:p>
        </p:txBody>
      </p:sp>
      <p:sp>
        <p:nvSpPr>
          <p:cNvPr id="93" name="テキスト ボックス 92">
            <a:extLst>
              <a:ext uri="{FF2B5EF4-FFF2-40B4-BE49-F238E27FC236}">
                <a16:creationId xmlns:a16="http://schemas.microsoft.com/office/drawing/2014/main" xmlns="" id="{39C89F6C-5E09-9C84-2D78-86E5960BE9F5}"/>
              </a:ext>
            </a:extLst>
          </p:cNvPr>
          <p:cNvSpPr txBox="1"/>
          <p:nvPr/>
        </p:nvSpPr>
        <p:spPr>
          <a:xfrm>
            <a:off x="6321514" y="3931354"/>
            <a:ext cx="1153361" cy="261766"/>
          </a:xfrm>
          <a:prstGeom prst="rect">
            <a:avLst/>
          </a:prstGeom>
        </p:spPr>
        <p:txBody>
          <a:bodyPr vert="horz" wrap="none" lIns="91440" tIns="45720" rIns="91440" bIns="45720" rtlCol="0" anchor="ctr">
            <a:normAutofit lnSpcReduction="10000"/>
          </a:bodyPr>
          <a:lstStyle/>
          <a:p>
            <a:pPr algn="ctr"/>
            <a:r>
              <a:rPr kumimoji="1" lang="en-US" altLang="ja-JP" sz="1200" b="1" dirty="0">
                <a:latin typeface="+mn-ea"/>
              </a:rPr>
              <a:t>Event occurred </a:t>
            </a:r>
            <a:endParaRPr kumimoji="1" lang="ja-JP" altLang="en-US" sz="1200" b="1" dirty="0">
              <a:latin typeface="+mn-ea"/>
            </a:endParaRPr>
          </a:p>
        </p:txBody>
      </p:sp>
      <p:sp>
        <p:nvSpPr>
          <p:cNvPr id="97" name="正方形/長方形 96">
            <a:extLst>
              <a:ext uri="{FF2B5EF4-FFF2-40B4-BE49-F238E27FC236}">
                <a16:creationId xmlns:a16="http://schemas.microsoft.com/office/drawing/2014/main" xmlns="" id="{CD4BF4D6-1FEC-FE66-C850-647941ABA7DD}"/>
              </a:ext>
            </a:extLst>
          </p:cNvPr>
          <p:cNvSpPr/>
          <p:nvPr/>
        </p:nvSpPr>
        <p:spPr>
          <a:xfrm>
            <a:off x="3616967" y="3959578"/>
            <a:ext cx="1781957" cy="496687"/>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Exclude Duplicate </a:t>
            </a:r>
            <a:r>
              <a:rPr kumimoji="0" lang="en-US" altLang="ja-JP" sz="1050" kern="0" dirty="0">
                <a:solidFill>
                  <a:prstClr val="black"/>
                </a:solidFill>
                <a:latin typeface="游ゴシック" panose="020F0502020204030204"/>
                <a:ea typeface="游ゴシック" panose="020B0400000000000000" pitchFamily="50" charset="-128"/>
              </a:rPr>
              <a:t>L</a:t>
            </a:r>
            <a:r>
              <a:rPr kumimoji="0" lang="en-US" altLang="ja-JP" sz="1050" b="0" i="0" u="none" strike="noStrike" kern="0" cap="none" spc="0" normalizeH="0" baseline="0" noProof="0" dirty="0" err="1">
                <a:ln>
                  <a:noFill/>
                </a:ln>
                <a:solidFill>
                  <a:prstClr val="black"/>
                </a:solidFill>
                <a:effectLst/>
                <a:uLnTx/>
                <a:uFillTx/>
                <a:latin typeface="游ゴシック" panose="020F0502020204030204"/>
                <a:ea typeface="游ゴシック" panose="020B0400000000000000" pitchFamily="50" charset="-128"/>
                <a:cs typeface="+mn-cs"/>
              </a:rPr>
              <a:t>og</a:t>
            </a:r>
            <a:endParaRPr kumimoji="0" lang="en-US" altLang="ja-JP" sz="105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kern="0" dirty="0">
                <a:solidFill>
                  <a:prstClr val="black"/>
                </a:solidFill>
                <a:latin typeface="游ゴシック" panose="020F0502020204030204"/>
                <a:ea typeface="游ゴシック" panose="020B0400000000000000" pitchFamily="50" charset="-128"/>
              </a:rPr>
              <a:t>(Check if log has already been outputted text file)</a:t>
            </a:r>
            <a:endParaRPr kumimoji="0" lang="en-US" altLang="ja-JP" sz="105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cxnSp>
        <p:nvCxnSpPr>
          <p:cNvPr id="99" name="直線矢印コネクタ 98">
            <a:extLst>
              <a:ext uri="{FF2B5EF4-FFF2-40B4-BE49-F238E27FC236}">
                <a16:creationId xmlns:a16="http://schemas.microsoft.com/office/drawing/2014/main" xmlns="" id="{A7FC6C97-267C-C905-8CA8-6AD5B512EE62}"/>
              </a:ext>
            </a:extLst>
          </p:cNvPr>
          <p:cNvCxnSpPr>
            <a:stCxn id="12" idx="2"/>
            <a:endCxn id="97" idx="0"/>
          </p:cNvCxnSpPr>
          <p:nvPr/>
        </p:nvCxnSpPr>
        <p:spPr>
          <a:xfrm flipH="1">
            <a:off x="4507946" y="3599325"/>
            <a:ext cx="1" cy="36025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00" name="正方形/長方形 99">
            <a:extLst>
              <a:ext uri="{FF2B5EF4-FFF2-40B4-BE49-F238E27FC236}">
                <a16:creationId xmlns:a16="http://schemas.microsoft.com/office/drawing/2014/main" xmlns="" id="{0AD69950-A30A-92F9-D8AD-9C79E09373C3}"/>
              </a:ext>
            </a:extLst>
          </p:cNvPr>
          <p:cNvSpPr/>
          <p:nvPr/>
        </p:nvSpPr>
        <p:spPr>
          <a:xfrm>
            <a:off x="3616966" y="4816519"/>
            <a:ext cx="1781957" cy="34741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Calculate Log Datetime </a:t>
            </a:r>
          </a:p>
        </p:txBody>
      </p:sp>
      <p:sp>
        <p:nvSpPr>
          <p:cNvPr id="101" name="正方形/長方形 100">
            <a:extLst>
              <a:ext uri="{FF2B5EF4-FFF2-40B4-BE49-F238E27FC236}">
                <a16:creationId xmlns:a16="http://schemas.microsoft.com/office/drawing/2014/main" xmlns="" id="{3BE50286-6DBD-BA0D-411E-8608D4F57385}"/>
              </a:ext>
            </a:extLst>
          </p:cNvPr>
          <p:cNvSpPr/>
          <p:nvPr/>
        </p:nvSpPr>
        <p:spPr>
          <a:xfrm>
            <a:off x="3616965" y="5524185"/>
            <a:ext cx="1781957" cy="34741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Output Log to text file</a:t>
            </a:r>
          </a:p>
        </p:txBody>
      </p:sp>
      <p:cxnSp>
        <p:nvCxnSpPr>
          <p:cNvPr id="103" name="直線矢印コネクタ 102">
            <a:extLst>
              <a:ext uri="{FF2B5EF4-FFF2-40B4-BE49-F238E27FC236}">
                <a16:creationId xmlns:a16="http://schemas.microsoft.com/office/drawing/2014/main" xmlns="" id="{9C59C6A8-75E9-AE1D-9250-EEF733B9A677}"/>
              </a:ext>
            </a:extLst>
          </p:cNvPr>
          <p:cNvCxnSpPr>
            <a:stCxn id="97" idx="2"/>
            <a:endCxn id="100" idx="0"/>
          </p:cNvCxnSpPr>
          <p:nvPr/>
        </p:nvCxnSpPr>
        <p:spPr>
          <a:xfrm flipH="1">
            <a:off x="4507945" y="4456265"/>
            <a:ext cx="1" cy="36025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05" name="直線矢印コネクタ 104">
            <a:extLst>
              <a:ext uri="{FF2B5EF4-FFF2-40B4-BE49-F238E27FC236}">
                <a16:creationId xmlns:a16="http://schemas.microsoft.com/office/drawing/2014/main" xmlns="" id="{93E58718-1690-F309-B031-7B6F6A645DA7}"/>
              </a:ext>
            </a:extLst>
          </p:cNvPr>
          <p:cNvCxnSpPr>
            <a:stCxn id="100" idx="2"/>
            <a:endCxn id="101" idx="0"/>
          </p:cNvCxnSpPr>
          <p:nvPr/>
        </p:nvCxnSpPr>
        <p:spPr>
          <a:xfrm flipH="1">
            <a:off x="4507944" y="5163931"/>
            <a:ext cx="1" cy="36025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5" name="正方形/長方形 34">
            <a:extLst>
              <a:ext uri="{FF2B5EF4-FFF2-40B4-BE49-F238E27FC236}">
                <a16:creationId xmlns:a16="http://schemas.microsoft.com/office/drawing/2014/main" xmlns="" id="{B1EDD002-D5FB-13B7-4D2B-061C8CE89B4D}"/>
              </a:ext>
            </a:extLst>
          </p:cNvPr>
          <p:cNvSpPr/>
          <p:nvPr/>
        </p:nvSpPr>
        <p:spPr>
          <a:xfrm>
            <a:off x="6122977" y="4326985"/>
            <a:ext cx="1293576" cy="365983"/>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0" i="0" u="none" strike="noStrike" kern="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Transition to next event</a:t>
            </a:r>
          </a:p>
        </p:txBody>
      </p:sp>
      <p:cxnSp>
        <p:nvCxnSpPr>
          <p:cNvPr id="37" name="直線矢印コネクタ 36">
            <a:extLst>
              <a:ext uri="{FF2B5EF4-FFF2-40B4-BE49-F238E27FC236}">
                <a16:creationId xmlns:a16="http://schemas.microsoft.com/office/drawing/2014/main" xmlns="" id="{D9B4877F-FCAD-7DC2-34A0-38D1259837D3}"/>
              </a:ext>
            </a:extLst>
          </p:cNvPr>
          <p:cNvCxnSpPr>
            <a:cxnSpLocks/>
            <a:stCxn id="70" idx="2"/>
            <a:endCxn id="35" idx="0"/>
          </p:cNvCxnSpPr>
          <p:nvPr/>
        </p:nvCxnSpPr>
        <p:spPr>
          <a:xfrm>
            <a:off x="6769765" y="3945329"/>
            <a:ext cx="0" cy="38165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9" name="直線矢印コネクタ 38">
            <a:extLst>
              <a:ext uri="{FF2B5EF4-FFF2-40B4-BE49-F238E27FC236}">
                <a16:creationId xmlns:a16="http://schemas.microsoft.com/office/drawing/2014/main" xmlns="" id="{1CAD9F14-8C63-A448-EB42-6AB0A14ED447}"/>
              </a:ext>
            </a:extLst>
          </p:cNvPr>
          <p:cNvCxnSpPr>
            <a:cxnSpLocks/>
            <a:stCxn id="27" idx="2"/>
            <a:endCxn id="85" idx="0"/>
          </p:cNvCxnSpPr>
          <p:nvPr/>
        </p:nvCxnSpPr>
        <p:spPr>
          <a:xfrm>
            <a:off x="8978664" y="3938840"/>
            <a:ext cx="1" cy="38814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 name="コネクタ: カギ線 15">
            <a:extLst>
              <a:ext uri="{FF2B5EF4-FFF2-40B4-BE49-F238E27FC236}">
                <a16:creationId xmlns:a16="http://schemas.microsoft.com/office/drawing/2014/main" xmlns="" id="{88392A1A-1696-A147-C68A-4E11666DF497}"/>
              </a:ext>
            </a:extLst>
          </p:cNvPr>
          <p:cNvCxnSpPr>
            <a:stCxn id="35" idx="2"/>
            <a:endCxn id="9" idx="0"/>
          </p:cNvCxnSpPr>
          <p:nvPr/>
        </p:nvCxnSpPr>
        <p:spPr>
          <a:xfrm rot="5400000" flipH="1">
            <a:off x="3809205" y="1732408"/>
            <a:ext cx="3659298" cy="2261822"/>
          </a:xfrm>
          <a:prstGeom prst="bentConnector5">
            <a:avLst>
              <a:gd name="adj1" fmla="val -6247"/>
              <a:gd name="adj2" fmla="val -182024"/>
              <a:gd name="adj3" fmla="val 110677"/>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2" name="コネクタ: カギ線 21">
            <a:extLst>
              <a:ext uri="{FF2B5EF4-FFF2-40B4-BE49-F238E27FC236}">
                <a16:creationId xmlns:a16="http://schemas.microsoft.com/office/drawing/2014/main" xmlns="" id="{29DCC733-C29A-1DC0-6319-120456543C2F}"/>
              </a:ext>
            </a:extLst>
          </p:cNvPr>
          <p:cNvCxnSpPr>
            <a:stCxn id="85" idx="2"/>
            <a:endCxn id="9" idx="0"/>
          </p:cNvCxnSpPr>
          <p:nvPr/>
        </p:nvCxnSpPr>
        <p:spPr>
          <a:xfrm rot="5400000" flipH="1">
            <a:off x="4913655" y="627958"/>
            <a:ext cx="3659298" cy="4470722"/>
          </a:xfrm>
          <a:prstGeom prst="bentConnector5">
            <a:avLst>
              <a:gd name="adj1" fmla="val -6247"/>
              <a:gd name="adj2" fmla="val -42728"/>
              <a:gd name="adj3" fmla="val 110677"/>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0" name="コネクタ: カギ線 29">
            <a:extLst>
              <a:ext uri="{FF2B5EF4-FFF2-40B4-BE49-F238E27FC236}">
                <a16:creationId xmlns:a16="http://schemas.microsoft.com/office/drawing/2014/main" xmlns="" id="{2EFA6ADD-181B-F1B2-5366-97EB8B064037}"/>
              </a:ext>
            </a:extLst>
          </p:cNvPr>
          <p:cNvCxnSpPr>
            <a:cxnSpLocks/>
            <a:stCxn id="85" idx="2"/>
            <a:endCxn id="10" idx="0"/>
          </p:cNvCxnSpPr>
          <p:nvPr/>
        </p:nvCxnSpPr>
        <p:spPr>
          <a:xfrm rot="5400000" flipH="1">
            <a:off x="5542032" y="1256335"/>
            <a:ext cx="3659298" cy="3213968"/>
          </a:xfrm>
          <a:prstGeom prst="bentConnector5">
            <a:avLst>
              <a:gd name="adj1" fmla="val -6247"/>
              <a:gd name="adj2" fmla="val -59389"/>
              <a:gd name="adj3" fmla="val 110677"/>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1" name="コネクタ: カギ線 30">
            <a:extLst>
              <a:ext uri="{FF2B5EF4-FFF2-40B4-BE49-F238E27FC236}">
                <a16:creationId xmlns:a16="http://schemas.microsoft.com/office/drawing/2014/main" xmlns="" id="{DB463D4C-5569-29EC-0D67-7EEDA77381D5}"/>
              </a:ext>
            </a:extLst>
          </p:cNvPr>
          <p:cNvCxnSpPr>
            <a:cxnSpLocks/>
            <a:stCxn id="101" idx="2"/>
            <a:endCxn id="25" idx="2"/>
          </p:cNvCxnSpPr>
          <p:nvPr/>
        </p:nvCxnSpPr>
        <p:spPr>
          <a:xfrm rot="5400000" flipH="1" flipV="1">
            <a:off x="7218589" y="2205957"/>
            <a:ext cx="954994" cy="6376285"/>
          </a:xfrm>
          <a:prstGeom prst="bentConnector3">
            <a:avLst>
              <a:gd name="adj1" fmla="val -23937"/>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53169046"/>
      </p:ext>
    </p:extLst>
  </p:cSld>
  <p:clrMapOvr>
    <a:masterClrMapping/>
  </p:clrMapOvr>
</p:sld>
</file>

<file path=ppt/theme/theme1.xml><?xml version="1.0" encoding="utf-8"?>
<a:theme xmlns:a="http://schemas.openxmlformats.org/drawingml/2006/main" name="1_Office テーマ">
  <a:themeElements>
    <a:clrScheme name="VAIO">
      <a:dk1>
        <a:srgbClr val="000000"/>
      </a:dk1>
      <a:lt1>
        <a:srgbClr val="FFFFFF"/>
      </a:lt1>
      <a:dk2>
        <a:srgbClr val="0B113E"/>
      </a:dk2>
      <a:lt2>
        <a:srgbClr val="E7E6E6"/>
      </a:lt2>
      <a:accent1>
        <a:srgbClr val="3C4165"/>
      </a:accent1>
      <a:accent2>
        <a:srgbClr val="6E769B"/>
      </a:accent2>
      <a:accent3>
        <a:srgbClr val="000000"/>
      </a:accent3>
      <a:accent4>
        <a:srgbClr val="FF6E01"/>
      </a:accent4>
      <a:accent5>
        <a:srgbClr val="FB007F"/>
      </a:accent5>
      <a:accent6>
        <a:srgbClr val="0096FF"/>
      </a:accent6>
      <a:hlink>
        <a:srgbClr val="0563C1"/>
      </a:hlink>
      <a:folHlink>
        <a:srgbClr val="954F72"/>
      </a:folHlink>
    </a:clrScheme>
    <a:fontScheme name="ユーザー定義 3">
      <a:majorFont>
        <a:latin typeface="源真ゴシック Bold"/>
        <a:ea typeface="源真ゴシック Bold"/>
        <a:cs typeface=""/>
      </a:majorFont>
      <a:minorFont>
        <a:latin typeface="源真ゴシック Regular"/>
        <a:ea typeface="源真ゴシック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square" lIns="91440" tIns="45720" rIns="91440" bIns="45720" rtlCol="0" anchor="ctr">
        <a:normAutofit/>
      </a:bodyPr>
      <a:lstStyle>
        <a:defPPr algn="ctr">
          <a:defRPr kumimoji="1" sz="1600" b="1" dirty="0" smtClean="0">
            <a:latin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テーマ">
  <a:themeElements>
    <a:clrScheme name="ユーザー定義 1">
      <a:dk1>
        <a:srgbClr val="000000"/>
      </a:dk1>
      <a:lt1>
        <a:srgbClr val="FFFFFF"/>
      </a:lt1>
      <a:dk2>
        <a:srgbClr val="0B113E"/>
      </a:dk2>
      <a:lt2>
        <a:srgbClr val="E7E6E6"/>
      </a:lt2>
      <a:accent1>
        <a:srgbClr val="3C4165"/>
      </a:accent1>
      <a:accent2>
        <a:srgbClr val="6E769B"/>
      </a:accent2>
      <a:accent3>
        <a:srgbClr val="000000"/>
      </a:accent3>
      <a:accent4>
        <a:srgbClr val="FF6E01"/>
      </a:accent4>
      <a:accent5>
        <a:srgbClr val="FB007F"/>
      </a:accent5>
      <a:accent6>
        <a:srgbClr val="0096FF"/>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algn="ctr">
          <a:defRPr kumimoji="1" sz="1600" b="1" smtClean="0">
            <a:latin typeface="Source Han Sans" panose="020B0500000000000000" pitchFamily="34" charset="-128"/>
            <a:ea typeface="Source Han Sans" panose="020B0500000000000000" pitchFamily="34"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D3A821BBA1868B47A69C0E77E454CC17" ma:contentTypeVersion="9" ma:contentTypeDescription="新しいドキュメントを作成します。" ma:contentTypeScope="" ma:versionID="de8bb94dc560ac398c8795fa7da154d9">
  <xsd:schema xmlns:xsd="http://www.w3.org/2001/XMLSchema" xmlns:xs="http://www.w3.org/2001/XMLSchema" xmlns:p="http://schemas.microsoft.com/office/2006/metadata/properties" xmlns:ns2="8d16ed69-1e6f-4722-96e3-631190bcb3f9" targetNamespace="http://schemas.microsoft.com/office/2006/metadata/properties" ma:root="true" ma:fieldsID="2ffba4b225248fd5570d8241aa6b0ee4" ns2:_="">
    <xsd:import namespace="8d16ed69-1e6f-4722-96e3-631190bcb3f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16ed69-1e6f-4722-96e3-631190bcb3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FAEB92-74C9-4696-B3FB-88EFC3673A8D}">
  <ds:schemaRefs>
    <ds:schemaRef ds:uri="http://schemas.microsoft.com/sharepoint/v3/contenttype/forms"/>
  </ds:schemaRefs>
</ds:datastoreItem>
</file>

<file path=customXml/itemProps2.xml><?xml version="1.0" encoding="utf-8"?>
<ds:datastoreItem xmlns:ds="http://schemas.openxmlformats.org/officeDocument/2006/customXml" ds:itemID="{2A527460-00FB-4C20-B2E7-9D9BBB0336D0}">
  <ds:schemaRefs>
    <ds:schemaRef ds:uri="8d16ed69-1e6f-4722-96e3-631190bcb3f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E490C73-7EFC-4435-8B3D-3A0E15C51E81}">
  <ds:schemaRefs>
    <ds:schemaRef ds:uri="8d16ed69-1e6f-4722-96e3-631190bcb3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1170</TotalTime>
  <Words>931</Words>
  <Application>Microsoft Office PowerPoint</Application>
  <PresentationFormat>宽屏</PresentationFormat>
  <Paragraphs>187</Paragraphs>
  <Slides>9</Slides>
  <Notes>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9</vt:i4>
      </vt:variant>
    </vt:vector>
  </HeadingPairs>
  <TitlesOfParts>
    <vt:vector size="17" baseType="lpstr">
      <vt:lpstr>ＭＳ Ｐゴシック</vt:lpstr>
      <vt:lpstr>メイリオ</vt:lpstr>
      <vt:lpstr>游ゴシック</vt:lpstr>
      <vt:lpstr>源真ゴシック Bold</vt:lpstr>
      <vt:lpstr>源真ゴシック Regular</vt:lpstr>
      <vt:lpstr>Arial</vt:lpstr>
      <vt:lpstr>1_Office テーマ</vt:lpstr>
      <vt:lpstr>2_Office テーマ</vt:lpstr>
      <vt:lpstr>VAIO ユーティリティ/アプリケーション開発依頼書</vt:lpstr>
      <vt:lpstr>EC Logging Feature</vt:lpstr>
      <vt:lpstr>EC Logging Feature</vt:lpstr>
      <vt:lpstr>EC Logging Feature</vt:lpstr>
      <vt:lpstr>EC Logging Feature</vt:lpstr>
      <vt:lpstr>EC Logging Feature</vt:lpstr>
      <vt:lpstr>EC Logging Feature</vt:lpstr>
      <vt:lpstr>EC Logging Feature</vt:lpstr>
      <vt:lpstr>Flow Chart</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Microsoft Office ユーザー</dc:creator>
  <cp:keywords/>
  <dc:description/>
  <cp:lastModifiedBy>杨富东</cp:lastModifiedBy>
  <cp:revision>78</cp:revision>
  <cp:lastPrinted>2020-07-09T01:12:29Z</cp:lastPrinted>
  <dcterms:created xsi:type="dcterms:W3CDTF">2020-05-28T02:16:54Z</dcterms:created>
  <dcterms:modified xsi:type="dcterms:W3CDTF">2025-08-14T05:59:26Z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0x010100D3A821BBA1868B47A69C0E77E454CC17</vt:lpwstr>
  </property>
</Properties>
</file>